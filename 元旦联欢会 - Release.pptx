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25" r:id="rId2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5" userDrawn="1">
          <p15:clr>
            <a:srgbClr val="A4A3A4"/>
          </p15:clr>
        </p15:guide>
        <p15:guide id="2" pos="2652" userDrawn="1">
          <p15:clr>
            <a:srgbClr val="A4A3A4"/>
          </p15:clr>
        </p15:guide>
        <p15:guide id="3" pos="5768" userDrawn="1">
          <p15:clr>
            <a:srgbClr val="A4A3A4"/>
          </p15:clr>
        </p15:guide>
        <p15:guide id="4" orient="horz" pos="13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C93D"/>
    <a:srgbClr val="2C98E9"/>
    <a:srgbClr val="FEFEFE"/>
    <a:srgbClr val="F4D7BA"/>
    <a:srgbClr val="E5E5E5"/>
    <a:srgbClr val="539CC9"/>
    <a:srgbClr val="2E6C93"/>
    <a:srgbClr val="9FBCCD"/>
    <a:srgbClr val="CDD1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270" autoAdjust="0"/>
  </p:normalViewPr>
  <p:slideViewPr>
    <p:cSldViewPr snapToGrid="0" showGuides="1">
      <p:cViewPr varScale="1">
        <p:scale>
          <a:sx n="106" d="100"/>
          <a:sy n="106" d="100"/>
        </p:scale>
        <p:origin x="756" y="78"/>
      </p:cViewPr>
      <p:guideLst>
        <p:guide orient="horz" pos="1925"/>
        <p:guide pos="2652"/>
        <p:guide pos="5768"/>
        <p:guide orient="horz" pos="13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" d="1"/>
          <a:sy n="1" d="1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Medium" panose="020B0600000000000000" pitchFamily="34" charset="-122"/>
              </a:defRPr>
            </a:lvl1pPr>
          </a:lstStyle>
          <a:p>
            <a:fld id="{72C11328-E932-4978-B593-20E892005615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Medium" panose="020B06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Medium" panose="020B0600000000000000" pitchFamily="34" charset="-122"/>
              </a:defRPr>
            </a:lvl1pPr>
          </a:lstStyle>
          <a:p>
            <a:fld id="{F2E81C92-FB04-4531-AA7B-867E9634CA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pitchFamily="34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Release</a:t>
            </a:r>
            <a:r>
              <a:rPr lang="zh-CN" altLang="en-US"/>
              <a:t>版密码：</a:t>
            </a:r>
            <a:r>
              <a:rPr lang="en-US" altLang="zh-CN"/>
              <a:t>81113102</a:t>
            </a:r>
          </a:p>
          <a:p>
            <a:r>
              <a:rPr lang="en-US" altLang="zh-CN"/>
              <a:t>``````````````````````````````````````````````````````````````````````````````````````````````````</a:t>
            </a:r>
          </a:p>
          <a:p>
            <a:r>
              <a:rPr lang="zh-CN" altLang="en-US">
                <a:sym typeface="+mn-ea"/>
              </a:rPr>
              <a:t>请使用电脑打开，否则可能无法显示动画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254140" y="299474"/>
            <a:ext cx="11683720" cy="6259052"/>
          </a:xfrm>
          <a:custGeom>
            <a:avLst/>
            <a:gdLst>
              <a:gd name="connsiteX0" fmla="*/ 97464 w 11190515"/>
              <a:gd name="connsiteY0" fmla="*/ 0 h 5582843"/>
              <a:gd name="connsiteX1" fmla="*/ 11093051 w 11190515"/>
              <a:gd name="connsiteY1" fmla="*/ 0 h 5582843"/>
              <a:gd name="connsiteX2" fmla="*/ 11190515 w 11190515"/>
              <a:gd name="connsiteY2" fmla="*/ 97464 h 5582843"/>
              <a:gd name="connsiteX3" fmla="*/ 11190515 w 11190515"/>
              <a:gd name="connsiteY3" fmla="*/ 152400 h 5582843"/>
              <a:gd name="connsiteX4" fmla="*/ 11190515 w 11190515"/>
              <a:gd name="connsiteY4" fmla="*/ 487311 h 5582843"/>
              <a:gd name="connsiteX5" fmla="*/ 11190515 w 11190515"/>
              <a:gd name="connsiteY5" fmla="*/ 5095532 h 5582843"/>
              <a:gd name="connsiteX6" fmla="*/ 11190515 w 11190515"/>
              <a:gd name="connsiteY6" fmla="*/ 5167085 h 5582843"/>
              <a:gd name="connsiteX7" fmla="*/ 11190515 w 11190515"/>
              <a:gd name="connsiteY7" fmla="*/ 5485379 h 5582843"/>
              <a:gd name="connsiteX8" fmla="*/ 11093051 w 11190515"/>
              <a:gd name="connsiteY8" fmla="*/ 5582843 h 5582843"/>
              <a:gd name="connsiteX9" fmla="*/ 97464 w 11190515"/>
              <a:gd name="connsiteY9" fmla="*/ 5582843 h 5582843"/>
              <a:gd name="connsiteX10" fmla="*/ 0 w 11190515"/>
              <a:gd name="connsiteY10" fmla="*/ 5485379 h 5582843"/>
              <a:gd name="connsiteX11" fmla="*/ 0 w 11190515"/>
              <a:gd name="connsiteY11" fmla="*/ 5167085 h 5582843"/>
              <a:gd name="connsiteX12" fmla="*/ 0 w 11190515"/>
              <a:gd name="connsiteY12" fmla="*/ 5095532 h 5582843"/>
              <a:gd name="connsiteX13" fmla="*/ 0 w 11190515"/>
              <a:gd name="connsiteY13" fmla="*/ 487312 h 5582843"/>
              <a:gd name="connsiteX14" fmla="*/ 0 w 11190515"/>
              <a:gd name="connsiteY14" fmla="*/ 487311 h 5582843"/>
              <a:gd name="connsiteX15" fmla="*/ 0 w 11190515"/>
              <a:gd name="connsiteY15" fmla="*/ 97464 h 5582843"/>
              <a:gd name="connsiteX16" fmla="*/ 97464 w 11190515"/>
              <a:gd name="connsiteY16" fmla="*/ 0 h 5582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190515" h="5582843">
                <a:moveTo>
                  <a:pt x="97464" y="0"/>
                </a:moveTo>
                <a:lnTo>
                  <a:pt x="11093051" y="0"/>
                </a:lnTo>
                <a:cubicBezTo>
                  <a:pt x="11146879" y="0"/>
                  <a:pt x="11190515" y="43636"/>
                  <a:pt x="11190515" y="97464"/>
                </a:cubicBezTo>
                <a:lnTo>
                  <a:pt x="11190515" y="152400"/>
                </a:lnTo>
                <a:lnTo>
                  <a:pt x="11190515" y="487311"/>
                </a:lnTo>
                <a:lnTo>
                  <a:pt x="11190515" y="5095532"/>
                </a:lnTo>
                <a:lnTo>
                  <a:pt x="11190515" y="5167085"/>
                </a:lnTo>
                <a:lnTo>
                  <a:pt x="11190515" y="5485379"/>
                </a:lnTo>
                <a:cubicBezTo>
                  <a:pt x="11190515" y="5539207"/>
                  <a:pt x="11146879" y="5582843"/>
                  <a:pt x="11093051" y="5582843"/>
                </a:cubicBezTo>
                <a:lnTo>
                  <a:pt x="97464" y="5582843"/>
                </a:lnTo>
                <a:cubicBezTo>
                  <a:pt x="43636" y="5582843"/>
                  <a:pt x="0" y="5539207"/>
                  <a:pt x="0" y="5485379"/>
                </a:cubicBezTo>
                <a:lnTo>
                  <a:pt x="0" y="5167085"/>
                </a:lnTo>
                <a:lnTo>
                  <a:pt x="0" y="5095532"/>
                </a:lnTo>
                <a:lnTo>
                  <a:pt x="0" y="487312"/>
                </a:lnTo>
                <a:lnTo>
                  <a:pt x="0" y="487311"/>
                </a:lnTo>
                <a:lnTo>
                  <a:pt x="0" y="97464"/>
                </a:lnTo>
                <a:cubicBezTo>
                  <a:pt x="0" y="43636"/>
                  <a:pt x="43636" y="0"/>
                  <a:pt x="9746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 descr="图片包含 游戏机, 灯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45" y="239843"/>
            <a:ext cx="1034321" cy="1034321"/>
          </a:xfrm>
          <a:prstGeom prst="rect">
            <a:avLst/>
          </a:prstGeom>
        </p:spPr>
      </p:pic>
      <p:pic>
        <p:nvPicPr>
          <p:cNvPr id="3" name="图片 2" descr="徽标, 图标&#10;&#10;描述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054" y="4980587"/>
            <a:ext cx="2102946" cy="1877413"/>
          </a:xfrm>
          <a:prstGeom prst="rect">
            <a:avLst/>
          </a:prstGeom>
        </p:spPr>
      </p:pic>
      <p:pic>
        <p:nvPicPr>
          <p:cNvPr id="9" name="图片 8" descr="卡通人物&#10;&#10;中度可信度描述已自动生成"/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419" y="568685"/>
            <a:ext cx="369600" cy="100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在门上&#10;&#10;中度可信度描述已自动生成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图片 54" descr="卡通人物&#10;&#10;低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95" y="1294768"/>
            <a:ext cx="2316584" cy="23165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36786" y="3686469"/>
            <a:ext cx="6318429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班级元旦联欢会</a:t>
            </a:r>
          </a:p>
        </p:txBody>
      </p:sp>
      <p:pic>
        <p:nvPicPr>
          <p:cNvPr id="32" name="图片 31" descr="卡通人物&#10;&#10;中度可信度描述已自动生成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41524" cy="3055477"/>
          </a:xfrm>
          <a:prstGeom prst="rect">
            <a:avLst/>
          </a:prstGeom>
        </p:spPr>
      </p:pic>
      <p:pic>
        <p:nvPicPr>
          <p:cNvPr id="34" name="图片 33" descr="卡通人物&#10;&#10;中度可信度描述已自动生成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598" y="3376666"/>
            <a:ext cx="1621402" cy="743650"/>
          </a:xfrm>
          <a:prstGeom prst="rect">
            <a:avLst/>
          </a:prstGeom>
        </p:spPr>
      </p:pic>
      <p:pic>
        <p:nvPicPr>
          <p:cNvPr id="36" name="图片 35" descr="图片包含 图标&#10;&#10;描述已自动生成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981" y="6105726"/>
            <a:ext cx="2102945" cy="752274"/>
          </a:xfrm>
          <a:prstGeom prst="rect">
            <a:avLst/>
          </a:prstGeom>
        </p:spPr>
      </p:pic>
      <p:pic>
        <p:nvPicPr>
          <p:cNvPr id="38" name="图片 37" descr="徽标, 图标&#10;&#10;描述已自动生成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054" y="4984087"/>
            <a:ext cx="2102946" cy="1877413"/>
          </a:xfrm>
          <a:prstGeom prst="rect">
            <a:avLst/>
          </a:prstGeom>
        </p:spPr>
      </p:pic>
      <p:grpSp>
        <p:nvGrpSpPr>
          <p:cNvPr id="60" name="组合 59"/>
          <p:cNvGrpSpPr/>
          <p:nvPr/>
        </p:nvGrpSpPr>
        <p:grpSpPr>
          <a:xfrm>
            <a:off x="2555999" y="1230190"/>
            <a:ext cx="7080002" cy="2263360"/>
            <a:chOff x="3123219" y="1179283"/>
            <a:chExt cx="6489933" cy="2074725"/>
          </a:xfrm>
        </p:grpSpPr>
        <p:grpSp>
          <p:nvGrpSpPr>
            <p:cNvPr id="30" name="组合 29"/>
            <p:cNvGrpSpPr/>
            <p:nvPr/>
          </p:nvGrpSpPr>
          <p:grpSpPr>
            <a:xfrm>
              <a:off x="3123219" y="1321658"/>
              <a:ext cx="6489933" cy="1932350"/>
              <a:chOff x="3548830" y="1807838"/>
              <a:chExt cx="4644910" cy="1383002"/>
            </a:xfrm>
            <a:effectLst>
              <a:outerShdw blurRad="63500" dist="50800" dir="5400000" algn="ctr" rotWithShape="0">
                <a:srgbClr val="000000">
                  <a:alpha val="20000"/>
                </a:srgbClr>
              </a:outerShdw>
            </a:effectLst>
          </p:grpSpPr>
          <p:sp>
            <p:nvSpPr>
              <p:cNvPr id="17" name="文本框 16"/>
              <p:cNvSpPr txBox="1"/>
              <p:nvPr/>
            </p:nvSpPr>
            <p:spPr>
              <a:xfrm>
                <a:off x="3548830" y="1807838"/>
                <a:ext cx="1326166" cy="1383002"/>
              </a:xfrm>
              <a:custGeom>
                <a:avLst/>
                <a:gdLst/>
                <a:ahLst/>
                <a:cxnLst/>
                <a:rect l="l" t="t" r="r" b="b"/>
                <a:pathLst>
                  <a:path w="1326166" h="1383002">
                    <a:moveTo>
                      <a:pt x="529009" y="1286818"/>
                    </a:moveTo>
                    <a:lnTo>
                      <a:pt x="531924" y="1291190"/>
                    </a:lnTo>
                    <a:lnTo>
                      <a:pt x="534838" y="1297020"/>
                    </a:lnTo>
                    <a:lnTo>
                      <a:pt x="526094" y="1292647"/>
                    </a:lnTo>
                    <a:close/>
                    <a:moveTo>
                      <a:pt x="995353" y="990981"/>
                    </a:moveTo>
                    <a:lnTo>
                      <a:pt x="982237" y="999725"/>
                    </a:lnTo>
                    <a:lnTo>
                      <a:pt x="982237" y="1004097"/>
                    </a:lnTo>
                    <a:lnTo>
                      <a:pt x="992438" y="999725"/>
                    </a:lnTo>
                    <a:lnTo>
                      <a:pt x="998268" y="990981"/>
                    </a:lnTo>
                    <a:close/>
                    <a:moveTo>
                      <a:pt x="160306" y="941087"/>
                    </a:moveTo>
                    <a:lnTo>
                      <a:pt x="160306" y="941432"/>
                    </a:lnTo>
                    <a:lnTo>
                      <a:pt x="155934" y="942889"/>
                    </a:lnTo>
                    <a:close/>
                    <a:moveTo>
                      <a:pt x="390563" y="894665"/>
                    </a:moveTo>
                    <a:lnTo>
                      <a:pt x="390563" y="894798"/>
                    </a:lnTo>
                    <a:lnTo>
                      <a:pt x="384734" y="896255"/>
                    </a:lnTo>
                    <a:close/>
                    <a:moveTo>
                      <a:pt x="958920" y="819017"/>
                    </a:moveTo>
                    <a:lnTo>
                      <a:pt x="961835" y="823389"/>
                    </a:lnTo>
                    <a:lnTo>
                      <a:pt x="973493" y="829218"/>
                    </a:lnTo>
                    <a:lnTo>
                      <a:pt x="973493" y="836505"/>
                    </a:lnTo>
                    <a:cubicBezTo>
                      <a:pt x="971550" y="833590"/>
                      <a:pt x="970093" y="830675"/>
                      <a:pt x="969121" y="827761"/>
                    </a:cubicBezTo>
                    <a:cubicBezTo>
                      <a:pt x="965235" y="828732"/>
                      <a:pt x="961835" y="828732"/>
                      <a:pt x="958920" y="827761"/>
                    </a:cubicBezTo>
                    <a:close/>
                    <a:moveTo>
                      <a:pt x="738864" y="648510"/>
                    </a:moveTo>
                    <a:cubicBezTo>
                      <a:pt x="728177" y="651424"/>
                      <a:pt x="720405" y="653853"/>
                      <a:pt x="715547" y="655796"/>
                    </a:cubicBezTo>
                    <a:cubicBezTo>
                      <a:pt x="710689" y="657740"/>
                      <a:pt x="707289" y="659440"/>
                      <a:pt x="705345" y="660897"/>
                    </a:cubicBezTo>
                    <a:cubicBezTo>
                      <a:pt x="703402" y="662354"/>
                      <a:pt x="700488" y="664055"/>
                      <a:pt x="696602" y="665998"/>
                    </a:cubicBezTo>
                    <a:cubicBezTo>
                      <a:pt x="711175" y="663083"/>
                      <a:pt x="725262" y="657254"/>
                      <a:pt x="738864" y="648510"/>
                    </a:cubicBezTo>
                    <a:close/>
                    <a:moveTo>
                      <a:pt x="794242" y="456143"/>
                    </a:moveTo>
                    <a:cubicBezTo>
                      <a:pt x="786470" y="459058"/>
                      <a:pt x="778940" y="460758"/>
                      <a:pt x="771654" y="461244"/>
                    </a:cubicBezTo>
                    <a:cubicBezTo>
                      <a:pt x="764367" y="461729"/>
                      <a:pt x="745179" y="469502"/>
                      <a:pt x="714089" y="484561"/>
                    </a:cubicBezTo>
                    <a:cubicBezTo>
                      <a:pt x="683000" y="499620"/>
                      <a:pt x="638794" y="520265"/>
                      <a:pt x="581473" y="546497"/>
                    </a:cubicBezTo>
                    <a:lnTo>
                      <a:pt x="581473" y="552326"/>
                    </a:lnTo>
                    <a:lnTo>
                      <a:pt x="577101" y="552326"/>
                    </a:lnTo>
                    <a:cubicBezTo>
                      <a:pt x="577101" y="572729"/>
                      <a:pt x="579044" y="593617"/>
                      <a:pt x="582930" y="614991"/>
                    </a:cubicBezTo>
                    <a:cubicBezTo>
                      <a:pt x="590703" y="610134"/>
                      <a:pt x="596532" y="606733"/>
                      <a:pt x="600418" y="604790"/>
                    </a:cubicBezTo>
                    <a:cubicBezTo>
                      <a:pt x="604304" y="602847"/>
                      <a:pt x="608433" y="602361"/>
                      <a:pt x="612805" y="603333"/>
                    </a:cubicBezTo>
                    <a:cubicBezTo>
                      <a:pt x="617177" y="604304"/>
                      <a:pt x="621792" y="604061"/>
                      <a:pt x="626650" y="602604"/>
                    </a:cubicBezTo>
                    <a:cubicBezTo>
                      <a:pt x="631508" y="601147"/>
                      <a:pt x="636122" y="597989"/>
                      <a:pt x="640494" y="593131"/>
                    </a:cubicBezTo>
                    <a:cubicBezTo>
                      <a:pt x="644866" y="588274"/>
                      <a:pt x="649239" y="585359"/>
                      <a:pt x="653610" y="584387"/>
                    </a:cubicBezTo>
                    <a:cubicBezTo>
                      <a:pt x="657982" y="583416"/>
                      <a:pt x="662112" y="580744"/>
                      <a:pt x="665998" y="576372"/>
                    </a:cubicBezTo>
                    <a:cubicBezTo>
                      <a:pt x="669884" y="572000"/>
                      <a:pt x="678628" y="563985"/>
                      <a:pt x="692230" y="552326"/>
                    </a:cubicBezTo>
                    <a:lnTo>
                      <a:pt x="692230" y="547954"/>
                    </a:lnTo>
                    <a:cubicBezTo>
                      <a:pt x="700974" y="541154"/>
                      <a:pt x="707774" y="536539"/>
                      <a:pt x="712632" y="534110"/>
                    </a:cubicBezTo>
                    <a:cubicBezTo>
                      <a:pt x="717490" y="531681"/>
                      <a:pt x="723562" y="527066"/>
                      <a:pt x="730849" y="520265"/>
                    </a:cubicBezTo>
                    <a:cubicBezTo>
                      <a:pt x="738135" y="513464"/>
                      <a:pt x="750037" y="501806"/>
                      <a:pt x="766553" y="485289"/>
                    </a:cubicBezTo>
                    <a:close/>
                    <a:moveTo>
                      <a:pt x="619363" y="419710"/>
                    </a:moveTo>
                    <a:lnTo>
                      <a:pt x="620141" y="422041"/>
                    </a:lnTo>
                    <a:lnTo>
                      <a:pt x="618088" y="422989"/>
                    </a:lnTo>
                    <a:lnTo>
                      <a:pt x="618043" y="423011"/>
                    </a:lnTo>
                    <a:close/>
                    <a:moveTo>
                      <a:pt x="668912" y="0"/>
                    </a:moveTo>
                    <a:cubicBezTo>
                      <a:pt x="673770" y="0"/>
                      <a:pt x="677413" y="0"/>
                      <a:pt x="679842" y="0"/>
                    </a:cubicBezTo>
                    <a:cubicBezTo>
                      <a:pt x="682271" y="0"/>
                      <a:pt x="686400" y="243"/>
                      <a:pt x="692230" y="729"/>
                    </a:cubicBezTo>
                    <a:cubicBezTo>
                      <a:pt x="698059" y="1214"/>
                      <a:pt x="702917" y="3158"/>
                      <a:pt x="706803" y="6558"/>
                    </a:cubicBezTo>
                    <a:cubicBezTo>
                      <a:pt x="710689" y="9958"/>
                      <a:pt x="716518" y="14088"/>
                      <a:pt x="724291" y="18945"/>
                    </a:cubicBezTo>
                    <a:cubicBezTo>
                      <a:pt x="728177" y="26718"/>
                      <a:pt x="732063" y="33519"/>
                      <a:pt x="735949" y="39348"/>
                    </a:cubicBezTo>
                    <a:cubicBezTo>
                      <a:pt x="739836" y="45177"/>
                      <a:pt x="742264" y="70437"/>
                      <a:pt x="743236" y="115129"/>
                    </a:cubicBezTo>
                    <a:lnTo>
                      <a:pt x="747608" y="119501"/>
                    </a:lnTo>
                    <a:lnTo>
                      <a:pt x="800072" y="103470"/>
                    </a:lnTo>
                    <a:cubicBezTo>
                      <a:pt x="800072" y="101527"/>
                      <a:pt x="800072" y="100313"/>
                      <a:pt x="800072" y="99827"/>
                    </a:cubicBezTo>
                    <a:cubicBezTo>
                      <a:pt x="800072" y="99341"/>
                      <a:pt x="800315" y="98612"/>
                      <a:pt x="800800" y="97641"/>
                    </a:cubicBezTo>
                    <a:cubicBezTo>
                      <a:pt x="801286" y="96669"/>
                      <a:pt x="802986" y="94726"/>
                      <a:pt x="805901" y="91812"/>
                    </a:cubicBezTo>
                    <a:lnTo>
                      <a:pt x="808816" y="94726"/>
                    </a:lnTo>
                    <a:lnTo>
                      <a:pt x="813188" y="90354"/>
                    </a:lnTo>
                    <a:lnTo>
                      <a:pt x="816102" y="85982"/>
                    </a:lnTo>
                    <a:lnTo>
                      <a:pt x="817560" y="85982"/>
                    </a:lnTo>
                    <a:lnTo>
                      <a:pt x="819017" y="78696"/>
                    </a:lnTo>
                    <a:lnTo>
                      <a:pt x="820474" y="77238"/>
                    </a:lnTo>
                    <a:lnTo>
                      <a:pt x="829218" y="80153"/>
                    </a:lnTo>
                    <a:lnTo>
                      <a:pt x="833590" y="77238"/>
                    </a:lnTo>
                    <a:lnTo>
                      <a:pt x="840877" y="83068"/>
                    </a:lnTo>
                    <a:lnTo>
                      <a:pt x="842334" y="77238"/>
                    </a:lnTo>
                    <a:lnTo>
                      <a:pt x="845249" y="80153"/>
                    </a:lnTo>
                    <a:lnTo>
                      <a:pt x="846706" y="72866"/>
                    </a:lnTo>
                    <a:cubicBezTo>
                      <a:pt x="849621" y="69952"/>
                      <a:pt x="853021" y="69466"/>
                      <a:pt x="856907" y="71409"/>
                    </a:cubicBezTo>
                    <a:cubicBezTo>
                      <a:pt x="859822" y="68494"/>
                      <a:pt x="862251" y="66551"/>
                      <a:pt x="864194" y="65580"/>
                    </a:cubicBezTo>
                    <a:cubicBezTo>
                      <a:pt x="866137" y="64608"/>
                      <a:pt x="868080" y="63879"/>
                      <a:pt x="870023" y="63394"/>
                    </a:cubicBezTo>
                    <a:cubicBezTo>
                      <a:pt x="871966" y="62908"/>
                      <a:pt x="878281" y="66794"/>
                      <a:pt x="888968" y="75052"/>
                    </a:cubicBezTo>
                    <a:cubicBezTo>
                      <a:pt x="899656" y="83311"/>
                      <a:pt x="912529" y="88897"/>
                      <a:pt x="927588" y="91812"/>
                    </a:cubicBezTo>
                    <a:cubicBezTo>
                      <a:pt x="942647" y="94726"/>
                      <a:pt x="952848" y="97398"/>
                      <a:pt x="958191" y="99827"/>
                    </a:cubicBezTo>
                    <a:cubicBezTo>
                      <a:pt x="963535" y="102256"/>
                      <a:pt x="968150" y="103470"/>
                      <a:pt x="972036" y="103470"/>
                    </a:cubicBezTo>
                    <a:cubicBezTo>
                      <a:pt x="975922" y="103470"/>
                      <a:pt x="980780" y="105413"/>
                      <a:pt x="986609" y="109299"/>
                    </a:cubicBezTo>
                    <a:cubicBezTo>
                      <a:pt x="992438" y="113186"/>
                      <a:pt x="1001182" y="119015"/>
                      <a:pt x="1012841" y="126787"/>
                    </a:cubicBezTo>
                    <a:cubicBezTo>
                      <a:pt x="1014784" y="130674"/>
                      <a:pt x="1016241" y="133102"/>
                      <a:pt x="1017213" y="134074"/>
                    </a:cubicBezTo>
                    <a:cubicBezTo>
                      <a:pt x="1018185" y="135046"/>
                      <a:pt x="1018427" y="137474"/>
                      <a:pt x="1017942" y="141361"/>
                    </a:cubicBezTo>
                    <a:cubicBezTo>
                      <a:pt x="1017456" y="145247"/>
                      <a:pt x="1017699" y="151562"/>
                      <a:pt x="1018670" y="160306"/>
                    </a:cubicBezTo>
                    <a:lnTo>
                      <a:pt x="1021585" y="164678"/>
                    </a:lnTo>
                    <a:cubicBezTo>
                      <a:pt x="1019642" y="164678"/>
                      <a:pt x="1018185" y="164921"/>
                      <a:pt x="1017213" y="165406"/>
                    </a:cubicBezTo>
                    <a:cubicBezTo>
                      <a:pt x="1016241" y="165892"/>
                      <a:pt x="1014541" y="167835"/>
                      <a:pt x="1012112" y="171236"/>
                    </a:cubicBezTo>
                    <a:cubicBezTo>
                      <a:pt x="1009683" y="174636"/>
                      <a:pt x="1006526" y="176336"/>
                      <a:pt x="1002640" y="176336"/>
                    </a:cubicBezTo>
                    <a:cubicBezTo>
                      <a:pt x="998754" y="176336"/>
                      <a:pt x="994867" y="178279"/>
                      <a:pt x="990981" y="182166"/>
                    </a:cubicBezTo>
                    <a:cubicBezTo>
                      <a:pt x="987095" y="186052"/>
                      <a:pt x="982480" y="189209"/>
                      <a:pt x="977137" y="191638"/>
                    </a:cubicBezTo>
                    <a:cubicBezTo>
                      <a:pt x="971793" y="194067"/>
                      <a:pt x="963535" y="193581"/>
                      <a:pt x="952362" y="190181"/>
                    </a:cubicBezTo>
                    <a:cubicBezTo>
                      <a:pt x="941189" y="186781"/>
                      <a:pt x="928316" y="186295"/>
                      <a:pt x="913743" y="188724"/>
                    </a:cubicBezTo>
                    <a:cubicBezTo>
                      <a:pt x="899170" y="191153"/>
                      <a:pt x="881439" y="194310"/>
                      <a:pt x="860551" y="198196"/>
                    </a:cubicBezTo>
                    <a:cubicBezTo>
                      <a:pt x="839662" y="202082"/>
                      <a:pt x="805415" y="214713"/>
                      <a:pt x="757809" y="236087"/>
                    </a:cubicBezTo>
                    <a:cubicBezTo>
                      <a:pt x="755866" y="237058"/>
                      <a:pt x="754166" y="238273"/>
                      <a:pt x="752709" y="239730"/>
                    </a:cubicBezTo>
                    <a:cubicBezTo>
                      <a:pt x="751251" y="241187"/>
                      <a:pt x="749065" y="251632"/>
                      <a:pt x="746151" y="271063"/>
                    </a:cubicBezTo>
                    <a:cubicBezTo>
                      <a:pt x="743236" y="290494"/>
                      <a:pt x="741779" y="300695"/>
                      <a:pt x="741779" y="301666"/>
                    </a:cubicBezTo>
                    <a:cubicBezTo>
                      <a:pt x="750523" y="299723"/>
                      <a:pt x="757323" y="298266"/>
                      <a:pt x="762181" y="297294"/>
                    </a:cubicBezTo>
                    <a:cubicBezTo>
                      <a:pt x="767039" y="296323"/>
                      <a:pt x="769711" y="295594"/>
                      <a:pt x="770196" y="295108"/>
                    </a:cubicBezTo>
                    <a:cubicBezTo>
                      <a:pt x="770682" y="294623"/>
                      <a:pt x="771897" y="293408"/>
                      <a:pt x="773840" y="291465"/>
                    </a:cubicBezTo>
                    <a:cubicBezTo>
                      <a:pt x="774811" y="286607"/>
                      <a:pt x="776269" y="282721"/>
                      <a:pt x="778212" y="279806"/>
                    </a:cubicBezTo>
                    <a:cubicBezTo>
                      <a:pt x="780155" y="276892"/>
                      <a:pt x="781855" y="273977"/>
                      <a:pt x="783312" y="271063"/>
                    </a:cubicBezTo>
                    <a:cubicBezTo>
                      <a:pt x="784770" y="268148"/>
                      <a:pt x="786227" y="265476"/>
                      <a:pt x="787684" y="263047"/>
                    </a:cubicBezTo>
                    <a:cubicBezTo>
                      <a:pt x="789142" y="260618"/>
                      <a:pt x="791328" y="256975"/>
                      <a:pt x="794242" y="252117"/>
                    </a:cubicBezTo>
                    <a:lnTo>
                      <a:pt x="807358" y="249203"/>
                    </a:lnTo>
                    <a:lnTo>
                      <a:pt x="813188" y="256489"/>
                    </a:lnTo>
                    <a:lnTo>
                      <a:pt x="819017" y="255032"/>
                    </a:lnTo>
                    <a:cubicBezTo>
                      <a:pt x="819988" y="252117"/>
                      <a:pt x="821931" y="248717"/>
                      <a:pt x="824846" y="244831"/>
                    </a:cubicBezTo>
                    <a:cubicBezTo>
                      <a:pt x="827761" y="244831"/>
                      <a:pt x="829947" y="244831"/>
                      <a:pt x="831404" y="244831"/>
                    </a:cubicBezTo>
                    <a:cubicBezTo>
                      <a:pt x="832861" y="244831"/>
                      <a:pt x="835776" y="246045"/>
                      <a:pt x="840148" y="248474"/>
                    </a:cubicBezTo>
                    <a:cubicBezTo>
                      <a:pt x="844520" y="250903"/>
                      <a:pt x="849135" y="253089"/>
                      <a:pt x="853993" y="255032"/>
                    </a:cubicBezTo>
                    <a:lnTo>
                      <a:pt x="855450" y="259404"/>
                    </a:lnTo>
                    <a:cubicBezTo>
                      <a:pt x="859336" y="261347"/>
                      <a:pt x="862737" y="262804"/>
                      <a:pt x="865651" y="263776"/>
                    </a:cubicBezTo>
                    <a:cubicBezTo>
                      <a:pt x="868566" y="264747"/>
                      <a:pt x="871723" y="264990"/>
                      <a:pt x="875124" y="264505"/>
                    </a:cubicBezTo>
                    <a:cubicBezTo>
                      <a:pt x="878524" y="264019"/>
                      <a:pt x="883625" y="264505"/>
                      <a:pt x="890426" y="265962"/>
                    </a:cubicBezTo>
                    <a:cubicBezTo>
                      <a:pt x="897227" y="267419"/>
                      <a:pt x="901113" y="267905"/>
                      <a:pt x="902084" y="267419"/>
                    </a:cubicBezTo>
                    <a:cubicBezTo>
                      <a:pt x="903056" y="266933"/>
                      <a:pt x="903542" y="266691"/>
                      <a:pt x="903542" y="266691"/>
                    </a:cubicBezTo>
                    <a:cubicBezTo>
                      <a:pt x="911314" y="267662"/>
                      <a:pt x="917386" y="268877"/>
                      <a:pt x="921758" y="270334"/>
                    </a:cubicBezTo>
                    <a:cubicBezTo>
                      <a:pt x="926130" y="271791"/>
                      <a:pt x="931960" y="274706"/>
                      <a:pt x="939246" y="279078"/>
                    </a:cubicBezTo>
                    <a:cubicBezTo>
                      <a:pt x="946533" y="283450"/>
                      <a:pt x="957948" y="290494"/>
                      <a:pt x="973493" y="300209"/>
                    </a:cubicBezTo>
                    <a:lnTo>
                      <a:pt x="972036" y="319154"/>
                    </a:lnTo>
                    <a:cubicBezTo>
                      <a:pt x="971064" y="320126"/>
                      <a:pt x="969850" y="320369"/>
                      <a:pt x="968393" y="319883"/>
                    </a:cubicBezTo>
                    <a:cubicBezTo>
                      <a:pt x="966935" y="319397"/>
                      <a:pt x="964749" y="320369"/>
                      <a:pt x="961835" y="322798"/>
                    </a:cubicBezTo>
                    <a:cubicBezTo>
                      <a:pt x="958920" y="325227"/>
                      <a:pt x="954062" y="327170"/>
                      <a:pt x="947261" y="328627"/>
                    </a:cubicBezTo>
                    <a:cubicBezTo>
                      <a:pt x="940461" y="330084"/>
                      <a:pt x="933903" y="330813"/>
                      <a:pt x="927588" y="330813"/>
                    </a:cubicBezTo>
                    <a:cubicBezTo>
                      <a:pt x="921272" y="330813"/>
                      <a:pt x="917143" y="331299"/>
                      <a:pt x="915200" y="332270"/>
                    </a:cubicBezTo>
                    <a:cubicBezTo>
                      <a:pt x="913257" y="333242"/>
                      <a:pt x="910343" y="333728"/>
                      <a:pt x="906456" y="333728"/>
                    </a:cubicBezTo>
                    <a:lnTo>
                      <a:pt x="913743" y="341014"/>
                    </a:lnTo>
                    <a:cubicBezTo>
                      <a:pt x="904027" y="342957"/>
                      <a:pt x="896255" y="343929"/>
                      <a:pt x="890426" y="343929"/>
                    </a:cubicBezTo>
                    <a:cubicBezTo>
                      <a:pt x="884596" y="343929"/>
                      <a:pt x="878767" y="344900"/>
                      <a:pt x="872938" y="346844"/>
                    </a:cubicBezTo>
                    <a:cubicBezTo>
                      <a:pt x="867109" y="348787"/>
                      <a:pt x="856907" y="352187"/>
                      <a:pt x="842334" y="357045"/>
                    </a:cubicBezTo>
                    <a:lnTo>
                      <a:pt x="840877" y="354130"/>
                    </a:lnTo>
                    <a:lnTo>
                      <a:pt x="836505" y="357045"/>
                    </a:lnTo>
                    <a:cubicBezTo>
                      <a:pt x="830675" y="358988"/>
                      <a:pt x="823875" y="361417"/>
                      <a:pt x="816102" y="364331"/>
                    </a:cubicBezTo>
                    <a:lnTo>
                      <a:pt x="813188" y="361417"/>
                    </a:lnTo>
                    <a:lnTo>
                      <a:pt x="810273" y="367246"/>
                    </a:lnTo>
                    <a:cubicBezTo>
                      <a:pt x="807358" y="366275"/>
                      <a:pt x="803958" y="366517"/>
                      <a:pt x="800072" y="367975"/>
                    </a:cubicBezTo>
                    <a:cubicBezTo>
                      <a:pt x="796185" y="369432"/>
                      <a:pt x="793028" y="370646"/>
                      <a:pt x="790599" y="371618"/>
                    </a:cubicBezTo>
                    <a:cubicBezTo>
                      <a:pt x="788170" y="372590"/>
                      <a:pt x="785984" y="373561"/>
                      <a:pt x="784041" y="374533"/>
                    </a:cubicBezTo>
                    <a:cubicBezTo>
                      <a:pt x="782098" y="375504"/>
                      <a:pt x="779669" y="376476"/>
                      <a:pt x="776754" y="377447"/>
                    </a:cubicBezTo>
                    <a:cubicBezTo>
                      <a:pt x="773840" y="378419"/>
                      <a:pt x="770925" y="378905"/>
                      <a:pt x="768010" y="378905"/>
                    </a:cubicBezTo>
                    <a:cubicBezTo>
                      <a:pt x="765096" y="378905"/>
                      <a:pt x="758295" y="381091"/>
                      <a:pt x="747608" y="385463"/>
                    </a:cubicBezTo>
                    <a:cubicBezTo>
                      <a:pt x="736921" y="389835"/>
                      <a:pt x="729634" y="392992"/>
                      <a:pt x="725748" y="394935"/>
                    </a:cubicBezTo>
                    <a:cubicBezTo>
                      <a:pt x="724777" y="399793"/>
                      <a:pt x="724291" y="402951"/>
                      <a:pt x="724291" y="404408"/>
                    </a:cubicBezTo>
                    <a:cubicBezTo>
                      <a:pt x="724291" y="405865"/>
                      <a:pt x="723562" y="407080"/>
                      <a:pt x="722105" y="408051"/>
                    </a:cubicBezTo>
                    <a:cubicBezTo>
                      <a:pt x="720647" y="409023"/>
                      <a:pt x="718947" y="411452"/>
                      <a:pt x="717004" y="415338"/>
                    </a:cubicBezTo>
                    <a:cubicBezTo>
                      <a:pt x="716033" y="411452"/>
                      <a:pt x="715547" y="409023"/>
                      <a:pt x="715547" y="408051"/>
                    </a:cubicBezTo>
                    <a:cubicBezTo>
                      <a:pt x="715547" y="407080"/>
                      <a:pt x="715061" y="405865"/>
                      <a:pt x="714089" y="404408"/>
                    </a:cubicBezTo>
                    <a:cubicBezTo>
                      <a:pt x="713118" y="402951"/>
                      <a:pt x="710689" y="399793"/>
                      <a:pt x="706803" y="394935"/>
                    </a:cubicBezTo>
                    <a:cubicBezTo>
                      <a:pt x="694173" y="400765"/>
                      <a:pt x="684457" y="404408"/>
                      <a:pt x="677656" y="405865"/>
                    </a:cubicBezTo>
                    <a:cubicBezTo>
                      <a:pt x="670856" y="407323"/>
                      <a:pt x="664298" y="409266"/>
                      <a:pt x="657982" y="411695"/>
                    </a:cubicBezTo>
                    <a:cubicBezTo>
                      <a:pt x="651667" y="414123"/>
                      <a:pt x="646324" y="415824"/>
                      <a:pt x="641952" y="416795"/>
                    </a:cubicBezTo>
                    <a:cubicBezTo>
                      <a:pt x="637580" y="417767"/>
                      <a:pt x="630536" y="420196"/>
                      <a:pt x="620821" y="424082"/>
                    </a:cubicBezTo>
                    <a:lnTo>
                      <a:pt x="620141" y="422041"/>
                    </a:lnTo>
                    <a:lnTo>
                      <a:pt x="625193" y="419710"/>
                    </a:lnTo>
                    <a:cubicBezTo>
                      <a:pt x="635880" y="414852"/>
                      <a:pt x="648510" y="409023"/>
                      <a:pt x="663083" y="402222"/>
                    </a:cubicBezTo>
                    <a:lnTo>
                      <a:pt x="665998" y="400765"/>
                    </a:lnTo>
                    <a:cubicBezTo>
                      <a:pt x="661140" y="400765"/>
                      <a:pt x="650939" y="403922"/>
                      <a:pt x="635394" y="410237"/>
                    </a:cubicBezTo>
                    <a:cubicBezTo>
                      <a:pt x="619849" y="416552"/>
                      <a:pt x="609648" y="419710"/>
                      <a:pt x="604790" y="419710"/>
                    </a:cubicBezTo>
                    <a:lnTo>
                      <a:pt x="600418" y="429911"/>
                    </a:lnTo>
                    <a:cubicBezTo>
                      <a:pt x="604304" y="429911"/>
                      <a:pt x="606733" y="429425"/>
                      <a:pt x="607705" y="428454"/>
                    </a:cubicBezTo>
                    <a:cubicBezTo>
                      <a:pt x="608190" y="427968"/>
                      <a:pt x="609891" y="426996"/>
                      <a:pt x="612805" y="425539"/>
                    </a:cubicBezTo>
                    <a:lnTo>
                      <a:pt x="618043" y="423011"/>
                    </a:lnTo>
                    <a:lnTo>
                      <a:pt x="616449" y="426996"/>
                    </a:lnTo>
                    <a:lnTo>
                      <a:pt x="616449" y="424082"/>
                    </a:lnTo>
                    <a:lnTo>
                      <a:pt x="612077" y="426996"/>
                    </a:lnTo>
                    <a:lnTo>
                      <a:pt x="600418" y="432826"/>
                    </a:lnTo>
                    <a:lnTo>
                      <a:pt x="596046" y="425539"/>
                    </a:lnTo>
                    <a:lnTo>
                      <a:pt x="581473" y="435740"/>
                    </a:lnTo>
                    <a:lnTo>
                      <a:pt x="575644" y="441570"/>
                    </a:lnTo>
                    <a:lnTo>
                      <a:pt x="572729" y="440112"/>
                    </a:lnTo>
                    <a:lnTo>
                      <a:pt x="571272" y="441570"/>
                    </a:lnTo>
                    <a:cubicBezTo>
                      <a:pt x="576129" y="449342"/>
                      <a:pt x="580258" y="454443"/>
                      <a:pt x="583659" y="456872"/>
                    </a:cubicBezTo>
                    <a:cubicBezTo>
                      <a:pt x="587059" y="459300"/>
                      <a:pt x="588759" y="461486"/>
                      <a:pt x="588759" y="463430"/>
                    </a:cubicBezTo>
                    <a:cubicBezTo>
                      <a:pt x="588759" y="465373"/>
                      <a:pt x="589245" y="468287"/>
                      <a:pt x="590217" y="472174"/>
                    </a:cubicBezTo>
                    <a:lnTo>
                      <a:pt x="584387" y="476546"/>
                    </a:lnTo>
                    <a:lnTo>
                      <a:pt x="581473" y="483832"/>
                    </a:lnTo>
                    <a:cubicBezTo>
                      <a:pt x="593131" y="478003"/>
                      <a:pt x="603090" y="473145"/>
                      <a:pt x="611348" y="469259"/>
                    </a:cubicBezTo>
                    <a:cubicBezTo>
                      <a:pt x="619606" y="465373"/>
                      <a:pt x="637337" y="457600"/>
                      <a:pt x="664540" y="445942"/>
                    </a:cubicBezTo>
                    <a:cubicBezTo>
                      <a:pt x="691744" y="434283"/>
                      <a:pt x="744693" y="415824"/>
                      <a:pt x="823389" y="390563"/>
                    </a:cubicBezTo>
                    <a:lnTo>
                      <a:pt x="832133" y="381819"/>
                    </a:lnTo>
                    <a:cubicBezTo>
                      <a:pt x="835047" y="378905"/>
                      <a:pt x="837476" y="376476"/>
                      <a:pt x="839419" y="374533"/>
                    </a:cubicBezTo>
                    <a:cubicBezTo>
                      <a:pt x="841362" y="372590"/>
                      <a:pt x="843791" y="372347"/>
                      <a:pt x="846706" y="373804"/>
                    </a:cubicBezTo>
                    <a:cubicBezTo>
                      <a:pt x="849621" y="375261"/>
                      <a:pt x="853993" y="375990"/>
                      <a:pt x="859822" y="375990"/>
                    </a:cubicBezTo>
                    <a:lnTo>
                      <a:pt x="859822" y="378905"/>
                    </a:lnTo>
                    <a:cubicBezTo>
                      <a:pt x="860794" y="380848"/>
                      <a:pt x="862737" y="382305"/>
                      <a:pt x="865651" y="383277"/>
                    </a:cubicBezTo>
                    <a:lnTo>
                      <a:pt x="868566" y="377447"/>
                    </a:lnTo>
                    <a:cubicBezTo>
                      <a:pt x="871481" y="374533"/>
                      <a:pt x="875367" y="372590"/>
                      <a:pt x="880224" y="371618"/>
                    </a:cubicBezTo>
                    <a:lnTo>
                      <a:pt x="884596" y="381819"/>
                    </a:lnTo>
                    <a:cubicBezTo>
                      <a:pt x="887511" y="380848"/>
                      <a:pt x="889940" y="380848"/>
                      <a:pt x="891883" y="381819"/>
                    </a:cubicBezTo>
                    <a:cubicBezTo>
                      <a:pt x="893826" y="382791"/>
                      <a:pt x="898927" y="384491"/>
                      <a:pt x="907185" y="386920"/>
                    </a:cubicBezTo>
                    <a:cubicBezTo>
                      <a:pt x="915443" y="389349"/>
                      <a:pt x="924916" y="391535"/>
                      <a:pt x="935603" y="393478"/>
                    </a:cubicBezTo>
                    <a:lnTo>
                      <a:pt x="937060" y="390563"/>
                    </a:lnTo>
                    <a:lnTo>
                      <a:pt x="939975" y="389106"/>
                    </a:lnTo>
                    <a:lnTo>
                      <a:pt x="950176" y="392021"/>
                    </a:lnTo>
                    <a:cubicBezTo>
                      <a:pt x="950176" y="397850"/>
                      <a:pt x="950662" y="401736"/>
                      <a:pt x="951633" y="403679"/>
                    </a:cubicBezTo>
                    <a:cubicBezTo>
                      <a:pt x="952605" y="405622"/>
                      <a:pt x="952362" y="408051"/>
                      <a:pt x="950905" y="410966"/>
                    </a:cubicBezTo>
                    <a:cubicBezTo>
                      <a:pt x="949447" y="413881"/>
                      <a:pt x="947747" y="418738"/>
                      <a:pt x="945804" y="425539"/>
                    </a:cubicBezTo>
                    <a:cubicBezTo>
                      <a:pt x="939975" y="430397"/>
                      <a:pt x="935603" y="434283"/>
                      <a:pt x="932688" y="437198"/>
                    </a:cubicBezTo>
                    <a:cubicBezTo>
                      <a:pt x="929774" y="440112"/>
                      <a:pt x="923944" y="442784"/>
                      <a:pt x="915200" y="445213"/>
                    </a:cubicBezTo>
                    <a:cubicBezTo>
                      <a:pt x="906456" y="447642"/>
                      <a:pt x="899898" y="450556"/>
                      <a:pt x="895526" y="453957"/>
                    </a:cubicBezTo>
                    <a:cubicBezTo>
                      <a:pt x="891154" y="457357"/>
                      <a:pt x="886297" y="459300"/>
                      <a:pt x="880953" y="459786"/>
                    </a:cubicBezTo>
                    <a:cubicBezTo>
                      <a:pt x="875610" y="460272"/>
                      <a:pt x="869780" y="463672"/>
                      <a:pt x="863465" y="469988"/>
                    </a:cubicBezTo>
                    <a:cubicBezTo>
                      <a:pt x="857150" y="476303"/>
                      <a:pt x="851078" y="480432"/>
                      <a:pt x="845249" y="482375"/>
                    </a:cubicBezTo>
                    <a:cubicBezTo>
                      <a:pt x="839419" y="484318"/>
                      <a:pt x="835290" y="487475"/>
                      <a:pt x="832861" y="491847"/>
                    </a:cubicBezTo>
                    <a:cubicBezTo>
                      <a:pt x="830433" y="496219"/>
                      <a:pt x="825818" y="500591"/>
                      <a:pt x="819017" y="504963"/>
                    </a:cubicBezTo>
                    <a:cubicBezTo>
                      <a:pt x="812216" y="509335"/>
                      <a:pt x="803472" y="515407"/>
                      <a:pt x="792785" y="523180"/>
                    </a:cubicBezTo>
                    <a:lnTo>
                      <a:pt x="784041" y="533381"/>
                    </a:lnTo>
                    <a:cubicBezTo>
                      <a:pt x="777240" y="536296"/>
                      <a:pt x="767282" y="543097"/>
                      <a:pt x="754166" y="553784"/>
                    </a:cubicBezTo>
                    <a:cubicBezTo>
                      <a:pt x="741050" y="564471"/>
                      <a:pt x="731092" y="572243"/>
                      <a:pt x="724291" y="577101"/>
                    </a:cubicBezTo>
                    <a:lnTo>
                      <a:pt x="715547" y="585845"/>
                    </a:lnTo>
                    <a:lnTo>
                      <a:pt x="706803" y="588759"/>
                    </a:lnTo>
                    <a:lnTo>
                      <a:pt x="706803" y="591674"/>
                    </a:lnTo>
                    <a:lnTo>
                      <a:pt x="699516" y="596046"/>
                    </a:lnTo>
                    <a:cubicBezTo>
                      <a:pt x="713118" y="591188"/>
                      <a:pt x="730606" y="584630"/>
                      <a:pt x="751980" y="576372"/>
                    </a:cubicBezTo>
                    <a:cubicBezTo>
                      <a:pt x="773354" y="568114"/>
                      <a:pt x="787441" y="564228"/>
                      <a:pt x="794242" y="564714"/>
                    </a:cubicBezTo>
                    <a:cubicBezTo>
                      <a:pt x="801043" y="565199"/>
                      <a:pt x="809301" y="565442"/>
                      <a:pt x="819017" y="565442"/>
                    </a:cubicBezTo>
                    <a:lnTo>
                      <a:pt x="811730" y="569814"/>
                    </a:lnTo>
                    <a:lnTo>
                      <a:pt x="816102" y="572729"/>
                    </a:lnTo>
                    <a:lnTo>
                      <a:pt x="819017" y="575644"/>
                    </a:lnTo>
                    <a:lnTo>
                      <a:pt x="832133" y="577101"/>
                    </a:lnTo>
                    <a:lnTo>
                      <a:pt x="830675" y="580016"/>
                    </a:lnTo>
                    <a:lnTo>
                      <a:pt x="842334" y="584387"/>
                    </a:lnTo>
                    <a:lnTo>
                      <a:pt x="848163" y="593131"/>
                    </a:lnTo>
                    <a:lnTo>
                      <a:pt x="859822" y="600418"/>
                    </a:lnTo>
                    <a:lnTo>
                      <a:pt x="864194" y="597503"/>
                    </a:lnTo>
                    <a:cubicBezTo>
                      <a:pt x="867109" y="600418"/>
                      <a:pt x="873181" y="603818"/>
                      <a:pt x="882410" y="607705"/>
                    </a:cubicBezTo>
                    <a:cubicBezTo>
                      <a:pt x="891640" y="611591"/>
                      <a:pt x="900141" y="615477"/>
                      <a:pt x="907914" y="619363"/>
                    </a:cubicBezTo>
                    <a:cubicBezTo>
                      <a:pt x="913743" y="625193"/>
                      <a:pt x="918358" y="629565"/>
                      <a:pt x="921758" y="632479"/>
                    </a:cubicBezTo>
                    <a:cubicBezTo>
                      <a:pt x="925159" y="635394"/>
                      <a:pt x="929288" y="640009"/>
                      <a:pt x="934146" y="646324"/>
                    </a:cubicBezTo>
                    <a:cubicBezTo>
                      <a:pt x="939003" y="652639"/>
                      <a:pt x="941432" y="658711"/>
                      <a:pt x="941432" y="664540"/>
                    </a:cubicBezTo>
                    <a:cubicBezTo>
                      <a:pt x="941432" y="670370"/>
                      <a:pt x="940703" y="675713"/>
                      <a:pt x="939246" y="680571"/>
                    </a:cubicBezTo>
                    <a:cubicBezTo>
                      <a:pt x="937789" y="685429"/>
                      <a:pt x="935360" y="689558"/>
                      <a:pt x="931960" y="692958"/>
                    </a:cubicBezTo>
                    <a:cubicBezTo>
                      <a:pt x="928559" y="696359"/>
                      <a:pt x="922487" y="702431"/>
                      <a:pt x="913743" y="711175"/>
                    </a:cubicBezTo>
                    <a:lnTo>
                      <a:pt x="916658" y="712632"/>
                    </a:lnTo>
                    <a:cubicBezTo>
                      <a:pt x="924430" y="711661"/>
                      <a:pt x="949690" y="710932"/>
                      <a:pt x="992438" y="710446"/>
                    </a:cubicBezTo>
                    <a:cubicBezTo>
                      <a:pt x="1035187" y="709960"/>
                      <a:pt x="1057289" y="709232"/>
                      <a:pt x="1058747" y="708260"/>
                    </a:cubicBezTo>
                    <a:cubicBezTo>
                      <a:pt x="1060204" y="707289"/>
                      <a:pt x="1062390" y="706317"/>
                      <a:pt x="1065305" y="705345"/>
                    </a:cubicBezTo>
                    <a:lnTo>
                      <a:pt x="1066762" y="699516"/>
                    </a:lnTo>
                    <a:lnTo>
                      <a:pt x="1075506" y="690772"/>
                    </a:lnTo>
                    <a:lnTo>
                      <a:pt x="1090079" y="702431"/>
                    </a:lnTo>
                    <a:cubicBezTo>
                      <a:pt x="1092022" y="699516"/>
                      <a:pt x="1093480" y="697573"/>
                      <a:pt x="1094451" y="696601"/>
                    </a:cubicBezTo>
                    <a:cubicBezTo>
                      <a:pt x="1095423" y="695630"/>
                      <a:pt x="1095666" y="694173"/>
                      <a:pt x="1095180" y="692230"/>
                    </a:cubicBezTo>
                    <a:cubicBezTo>
                      <a:pt x="1094694" y="690286"/>
                      <a:pt x="1093965" y="687372"/>
                      <a:pt x="1092994" y="683486"/>
                    </a:cubicBezTo>
                    <a:lnTo>
                      <a:pt x="1098823" y="687858"/>
                    </a:lnTo>
                    <a:lnTo>
                      <a:pt x="1098823" y="679114"/>
                    </a:lnTo>
                    <a:lnTo>
                      <a:pt x="1103195" y="684943"/>
                    </a:lnTo>
                    <a:lnTo>
                      <a:pt x="1103195" y="689315"/>
                    </a:lnTo>
                    <a:cubicBezTo>
                      <a:pt x="1108053" y="688343"/>
                      <a:pt x="1112911" y="688343"/>
                      <a:pt x="1117768" y="689315"/>
                    </a:cubicBezTo>
                    <a:lnTo>
                      <a:pt x="1119226" y="684943"/>
                    </a:lnTo>
                    <a:cubicBezTo>
                      <a:pt x="1121169" y="686886"/>
                      <a:pt x="1122140" y="688829"/>
                      <a:pt x="1122140" y="690772"/>
                    </a:cubicBezTo>
                    <a:lnTo>
                      <a:pt x="1129427" y="693687"/>
                    </a:lnTo>
                    <a:lnTo>
                      <a:pt x="1133799" y="684943"/>
                    </a:lnTo>
                    <a:lnTo>
                      <a:pt x="1136714" y="686400"/>
                    </a:lnTo>
                    <a:lnTo>
                      <a:pt x="1142543" y="665998"/>
                    </a:lnTo>
                    <a:lnTo>
                      <a:pt x="1154201" y="686400"/>
                    </a:lnTo>
                    <a:lnTo>
                      <a:pt x="1183348" y="706803"/>
                    </a:lnTo>
                    <a:cubicBezTo>
                      <a:pt x="1185291" y="705831"/>
                      <a:pt x="1186506" y="704860"/>
                      <a:pt x="1186991" y="703888"/>
                    </a:cubicBezTo>
                    <a:cubicBezTo>
                      <a:pt x="1187477" y="702917"/>
                      <a:pt x="1189420" y="702431"/>
                      <a:pt x="1192821" y="702431"/>
                    </a:cubicBezTo>
                    <a:cubicBezTo>
                      <a:pt x="1196221" y="702431"/>
                      <a:pt x="1200107" y="704374"/>
                      <a:pt x="1204479" y="708260"/>
                    </a:cubicBezTo>
                    <a:cubicBezTo>
                      <a:pt x="1208851" y="712146"/>
                      <a:pt x="1216138" y="716032"/>
                      <a:pt x="1226339" y="719919"/>
                    </a:cubicBezTo>
                    <a:cubicBezTo>
                      <a:pt x="1236540" y="723805"/>
                      <a:pt x="1243584" y="725505"/>
                      <a:pt x="1247470" y="725019"/>
                    </a:cubicBezTo>
                    <a:cubicBezTo>
                      <a:pt x="1251357" y="724534"/>
                      <a:pt x="1257914" y="727448"/>
                      <a:pt x="1267144" y="733763"/>
                    </a:cubicBezTo>
                    <a:cubicBezTo>
                      <a:pt x="1276374" y="740078"/>
                      <a:pt x="1282689" y="743479"/>
                      <a:pt x="1286090" y="743965"/>
                    </a:cubicBezTo>
                    <a:cubicBezTo>
                      <a:pt x="1289490" y="744450"/>
                      <a:pt x="1291919" y="745908"/>
                      <a:pt x="1293376" y="748337"/>
                    </a:cubicBezTo>
                    <a:cubicBezTo>
                      <a:pt x="1294833" y="750765"/>
                      <a:pt x="1299448" y="753923"/>
                      <a:pt x="1307221" y="757809"/>
                    </a:cubicBezTo>
                    <a:lnTo>
                      <a:pt x="1326166" y="781126"/>
                    </a:lnTo>
                    <a:lnTo>
                      <a:pt x="1321794" y="795700"/>
                    </a:lnTo>
                    <a:cubicBezTo>
                      <a:pt x="1319851" y="796671"/>
                      <a:pt x="1318394" y="796914"/>
                      <a:pt x="1317422" y="796428"/>
                    </a:cubicBezTo>
                    <a:cubicBezTo>
                      <a:pt x="1316450" y="795943"/>
                      <a:pt x="1312564" y="797886"/>
                      <a:pt x="1305763" y="802258"/>
                    </a:cubicBezTo>
                    <a:cubicBezTo>
                      <a:pt x="1298962" y="806630"/>
                      <a:pt x="1292162" y="809301"/>
                      <a:pt x="1285361" y="810273"/>
                    </a:cubicBezTo>
                    <a:cubicBezTo>
                      <a:pt x="1278560" y="811244"/>
                      <a:pt x="1273702" y="812216"/>
                      <a:pt x="1270788" y="813188"/>
                    </a:cubicBezTo>
                    <a:cubicBezTo>
                      <a:pt x="1267873" y="814159"/>
                      <a:pt x="1265201" y="814645"/>
                      <a:pt x="1262772" y="814645"/>
                    </a:cubicBezTo>
                    <a:cubicBezTo>
                      <a:pt x="1260343" y="814645"/>
                      <a:pt x="1258400" y="814888"/>
                      <a:pt x="1256943" y="815374"/>
                    </a:cubicBezTo>
                    <a:cubicBezTo>
                      <a:pt x="1255486" y="815859"/>
                      <a:pt x="1252814" y="816588"/>
                      <a:pt x="1248928" y="817560"/>
                    </a:cubicBezTo>
                    <a:lnTo>
                      <a:pt x="1246013" y="826303"/>
                    </a:lnTo>
                    <a:cubicBezTo>
                      <a:pt x="1244070" y="828247"/>
                      <a:pt x="1242613" y="829704"/>
                      <a:pt x="1241641" y="830675"/>
                    </a:cubicBezTo>
                    <a:cubicBezTo>
                      <a:pt x="1240669" y="831647"/>
                      <a:pt x="1236783" y="831647"/>
                      <a:pt x="1229982" y="830675"/>
                    </a:cubicBezTo>
                    <a:cubicBezTo>
                      <a:pt x="1223182" y="829704"/>
                      <a:pt x="1216624" y="828975"/>
                      <a:pt x="1210309" y="828489"/>
                    </a:cubicBezTo>
                    <a:cubicBezTo>
                      <a:pt x="1203994" y="828004"/>
                      <a:pt x="1198650" y="825332"/>
                      <a:pt x="1194278" y="820474"/>
                    </a:cubicBezTo>
                    <a:cubicBezTo>
                      <a:pt x="1189906" y="815616"/>
                      <a:pt x="1178976" y="811973"/>
                      <a:pt x="1161488" y="809544"/>
                    </a:cubicBezTo>
                    <a:cubicBezTo>
                      <a:pt x="1144000" y="807115"/>
                      <a:pt x="1118497" y="804201"/>
                      <a:pt x="1084979" y="800800"/>
                    </a:cubicBezTo>
                    <a:cubicBezTo>
                      <a:pt x="1051460" y="797400"/>
                      <a:pt x="1015270" y="795700"/>
                      <a:pt x="976408" y="795700"/>
                    </a:cubicBezTo>
                    <a:cubicBezTo>
                      <a:pt x="937546" y="795700"/>
                      <a:pt x="897955" y="797400"/>
                      <a:pt x="857636" y="800800"/>
                    </a:cubicBezTo>
                    <a:cubicBezTo>
                      <a:pt x="817317" y="804201"/>
                      <a:pt x="775540" y="808816"/>
                      <a:pt x="732306" y="814645"/>
                    </a:cubicBezTo>
                    <a:cubicBezTo>
                      <a:pt x="689072" y="820474"/>
                      <a:pt x="646567" y="829704"/>
                      <a:pt x="604790" y="842334"/>
                    </a:cubicBezTo>
                    <a:lnTo>
                      <a:pt x="600418" y="849621"/>
                    </a:lnTo>
                    <a:lnTo>
                      <a:pt x="594589" y="855450"/>
                    </a:lnTo>
                    <a:lnTo>
                      <a:pt x="585845" y="867109"/>
                    </a:lnTo>
                    <a:lnTo>
                      <a:pt x="581473" y="864194"/>
                    </a:lnTo>
                    <a:lnTo>
                      <a:pt x="584387" y="855450"/>
                    </a:lnTo>
                    <a:lnTo>
                      <a:pt x="593131" y="852535"/>
                    </a:lnTo>
                    <a:lnTo>
                      <a:pt x="585845" y="846706"/>
                    </a:lnTo>
                    <a:cubicBezTo>
                      <a:pt x="568357" y="852535"/>
                      <a:pt x="554755" y="856421"/>
                      <a:pt x="545040" y="858365"/>
                    </a:cubicBezTo>
                    <a:cubicBezTo>
                      <a:pt x="535324" y="860308"/>
                      <a:pt x="529738" y="861765"/>
                      <a:pt x="528280" y="862737"/>
                    </a:cubicBezTo>
                    <a:cubicBezTo>
                      <a:pt x="526823" y="863708"/>
                      <a:pt x="525123" y="864680"/>
                      <a:pt x="523180" y="865651"/>
                    </a:cubicBezTo>
                    <a:lnTo>
                      <a:pt x="526094" y="867109"/>
                    </a:lnTo>
                    <a:lnTo>
                      <a:pt x="520265" y="871481"/>
                    </a:lnTo>
                    <a:lnTo>
                      <a:pt x="527552" y="890426"/>
                    </a:lnTo>
                    <a:lnTo>
                      <a:pt x="542125" y="900627"/>
                    </a:lnTo>
                    <a:cubicBezTo>
                      <a:pt x="538239" y="904513"/>
                      <a:pt x="534353" y="904513"/>
                      <a:pt x="530466" y="900627"/>
                    </a:cubicBezTo>
                    <a:lnTo>
                      <a:pt x="531924" y="907914"/>
                    </a:lnTo>
                    <a:cubicBezTo>
                      <a:pt x="541639" y="905971"/>
                      <a:pt x="548440" y="904027"/>
                      <a:pt x="552326" y="902084"/>
                    </a:cubicBezTo>
                    <a:cubicBezTo>
                      <a:pt x="556213" y="900141"/>
                      <a:pt x="572486" y="896255"/>
                      <a:pt x="601147" y="890426"/>
                    </a:cubicBezTo>
                    <a:cubicBezTo>
                      <a:pt x="629807" y="884596"/>
                      <a:pt x="662354" y="879739"/>
                      <a:pt x="698788" y="875852"/>
                    </a:cubicBezTo>
                    <a:cubicBezTo>
                      <a:pt x="735221" y="871966"/>
                      <a:pt x="768982" y="869537"/>
                      <a:pt x="800072" y="868566"/>
                    </a:cubicBezTo>
                    <a:cubicBezTo>
                      <a:pt x="831161" y="867594"/>
                      <a:pt x="848406" y="866866"/>
                      <a:pt x="851807" y="866380"/>
                    </a:cubicBezTo>
                    <a:cubicBezTo>
                      <a:pt x="855207" y="865894"/>
                      <a:pt x="859336" y="865165"/>
                      <a:pt x="864194" y="864194"/>
                    </a:cubicBezTo>
                    <a:lnTo>
                      <a:pt x="887511" y="839419"/>
                    </a:lnTo>
                    <a:lnTo>
                      <a:pt x="900627" y="836505"/>
                    </a:lnTo>
                    <a:cubicBezTo>
                      <a:pt x="903542" y="838448"/>
                      <a:pt x="905971" y="839419"/>
                      <a:pt x="907914" y="839419"/>
                    </a:cubicBezTo>
                    <a:lnTo>
                      <a:pt x="913743" y="846706"/>
                    </a:lnTo>
                    <a:lnTo>
                      <a:pt x="919572" y="846706"/>
                    </a:lnTo>
                    <a:lnTo>
                      <a:pt x="928316" y="839419"/>
                    </a:lnTo>
                    <a:lnTo>
                      <a:pt x="939975" y="840877"/>
                    </a:lnTo>
                    <a:lnTo>
                      <a:pt x="939975" y="837962"/>
                    </a:lnTo>
                    <a:lnTo>
                      <a:pt x="948719" y="835047"/>
                    </a:lnTo>
                    <a:lnTo>
                      <a:pt x="950176" y="839419"/>
                    </a:lnTo>
                    <a:lnTo>
                      <a:pt x="953091" y="837962"/>
                    </a:lnTo>
                    <a:lnTo>
                      <a:pt x="960377" y="840877"/>
                    </a:lnTo>
                    <a:lnTo>
                      <a:pt x="963292" y="846706"/>
                    </a:lnTo>
                    <a:cubicBezTo>
                      <a:pt x="969121" y="847678"/>
                      <a:pt x="973979" y="849135"/>
                      <a:pt x="977865" y="851078"/>
                    </a:cubicBezTo>
                    <a:cubicBezTo>
                      <a:pt x="979808" y="846220"/>
                      <a:pt x="979808" y="841848"/>
                      <a:pt x="977865" y="837962"/>
                    </a:cubicBezTo>
                    <a:lnTo>
                      <a:pt x="982237" y="837962"/>
                    </a:lnTo>
                    <a:cubicBezTo>
                      <a:pt x="982237" y="846706"/>
                      <a:pt x="980780" y="854478"/>
                      <a:pt x="977865" y="861279"/>
                    </a:cubicBezTo>
                    <a:lnTo>
                      <a:pt x="983695" y="859822"/>
                    </a:lnTo>
                    <a:lnTo>
                      <a:pt x="986609" y="853993"/>
                    </a:lnTo>
                    <a:cubicBezTo>
                      <a:pt x="986609" y="857879"/>
                      <a:pt x="987581" y="861279"/>
                      <a:pt x="989524" y="864194"/>
                    </a:cubicBezTo>
                    <a:lnTo>
                      <a:pt x="989524" y="862737"/>
                    </a:lnTo>
                    <a:cubicBezTo>
                      <a:pt x="992438" y="862737"/>
                      <a:pt x="994382" y="862979"/>
                      <a:pt x="995353" y="863465"/>
                    </a:cubicBezTo>
                    <a:cubicBezTo>
                      <a:pt x="996325" y="863951"/>
                      <a:pt x="1005554" y="867351"/>
                      <a:pt x="1023042" y="873667"/>
                    </a:cubicBezTo>
                    <a:cubicBezTo>
                      <a:pt x="1040530" y="879982"/>
                      <a:pt x="1051946" y="884839"/>
                      <a:pt x="1057289" y="888240"/>
                    </a:cubicBezTo>
                    <a:cubicBezTo>
                      <a:pt x="1062633" y="891640"/>
                      <a:pt x="1068705" y="895769"/>
                      <a:pt x="1075506" y="900627"/>
                    </a:cubicBezTo>
                    <a:lnTo>
                      <a:pt x="1091537" y="919572"/>
                    </a:lnTo>
                    <a:lnTo>
                      <a:pt x="1098823" y="925402"/>
                    </a:lnTo>
                    <a:cubicBezTo>
                      <a:pt x="1098823" y="930259"/>
                      <a:pt x="1098823" y="933417"/>
                      <a:pt x="1098823" y="934874"/>
                    </a:cubicBezTo>
                    <a:cubicBezTo>
                      <a:pt x="1098823" y="936331"/>
                      <a:pt x="1098094" y="938275"/>
                      <a:pt x="1096637" y="940703"/>
                    </a:cubicBezTo>
                    <a:cubicBezTo>
                      <a:pt x="1095180" y="943132"/>
                      <a:pt x="1093480" y="946290"/>
                      <a:pt x="1091537" y="950176"/>
                    </a:cubicBezTo>
                    <a:cubicBezTo>
                      <a:pt x="1082793" y="956977"/>
                      <a:pt x="1071134" y="965721"/>
                      <a:pt x="1056561" y="976408"/>
                    </a:cubicBezTo>
                    <a:cubicBezTo>
                      <a:pt x="1041988" y="987095"/>
                      <a:pt x="1033487" y="992439"/>
                      <a:pt x="1031058" y="992439"/>
                    </a:cubicBezTo>
                    <a:cubicBezTo>
                      <a:pt x="1028629" y="992439"/>
                      <a:pt x="1025471" y="992439"/>
                      <a:pt x="1021585" y="992439"/>
                    </a:cubicBezTo>
                    <a:lnTo>
                      <a:pt x="1021585" y="988067"/>
                    </a:lnTo>
                    <a:cubicBezTo>
                      <a:pt x="1018670" y="989038"/>
                      <a:pt x="1012598" y="992681"/>
                      <a:pt x="1003368" y="998996"/>
                    </a:cubicBezTo>
                    <a:cubicBezTo>
                      <a:pt x="994139" y="1005312"/>
                      <a:pt x="988552" y="1008469"/>
                      <a:pt x="986609" y="1008469"/>
                    </a:cubicBezTo>
                    <a:lnTo>
                      <a:pt x="982237" y="1015756"/>
                    </a:lnTo>
                    <a:lnTo>
                      <a:pt x="983695" y="1012841"/>
                    </a:lnTo>
                    <a:lnTo>
                      <a:pt x="977865" y="1008469"/>
                    </a:lnTo>
                    <a:lnTo>
                      <a:pt x="982237" y="1005554"/>
                    </a:lnTo>
                    <a:lnTo>
                      <a:pt x="977865" y="1002640"/>
                    </a:lnTo>
                    <a:lnTo>
                      <a:pt x="961835" y="1018670"/>
                    </a:lnTo>
                    <a:lnTo>
                      <a:pt x="969121" y="1017213"/>
                    </a:lnTo>
                    <a:lnTo>
                      <a:pt x="948719" y="1034701"/>
                    </a:lnTo>
                    <a:cubicBezTo>
                      <a:pt x="946776" y="1038587"/>
                      <a:pt x="946776" y="1042473"/>
                      <a:pt x="948719" y="1046360"/>
                    </a:cubicBezTo>
                    <a:lnTo>
                      <a:pt x="969121" y="1025957"/>
                    </a:lnTo>
                    <a:lnTo>
                      <a:pt x="964749" y="1031786"/>
                    </a:lnTo>
                    <a:cubicBezTo>
                      <a:pt x="969607" y="1030815"/>
                      <a:pt x="978108" y="1025471"/>
                      <a:pt x="990252" y="1015756"/>
                    </a:cubicBezTo>
                    <a:cubicBezTo>
                      <a:pt x="1002397" y="1006040"/>
                      <a:pt x="1009441" y="999725"/>
                      <a:pt x="1011384" y="996811"/>
                    </a:cubicBezTo>
                    <a:lnTo>
                      <a:pt x="1015756" y="999725"/>
                    </a:lnTo>
                    <a:lnTo>
                      <a:pt x="961835" y="1043445"/>
                    </a:lnTo>
                    <a:lnTo>
                      <a:pt x="958920" y="1052189"/>
                    </a:lnTo>
                    <a:cubicBezTo>
                      <a:pt x="966692" y="1058018"/>
                      <a:pt x="972522" y="1062390"/>
                      <a:pt x="976408" y="1065305"/>
                    </a:cubicBezTo>
                    <a:cubicBezTo>
                      <a:pt x="980294" y="1068219"/>
                      <a:pt x="983209" y="1069920"/>
                      <a:pt x="985152" y="1070405"/>
                    </a:cubicBezTo>
                    <a:cubicBezTo>
                      <a:pt x="987095" y="1070891"/>
                      <a:pt x="990010" y="1071134"/>
                      <a:pt x="993896" y="1071134"/>
                    </a:cubicBezTo>
                    <a:lnTo>
                      <a:pt x="993896" y="1074049"/>
                    </a:lnTo>
                    <a:lnTo>
                      <a:pt x="1004097" y="1081335"/>
                    </a:lnTo>
                    <a:lnTo>
                      <a:pt x="1005554" y="1088622"/>
                    </a:lnTo>
                    <a:lnTo>
                      <a:pt x="1017213" y="1098823"/>
                    </a:lnTo>
                    <a:lnTo>
                      <a:pt x="1017213" y="1101738"/>
                    </a:lnTo>
                    <a:cubicBezTo>
                      <a:pt x="1018185" y="1103681"/>
                      <a:pt x="1019156" y="1105381"/>
                      <a:pt x="1020128" y="1106839"/>
                    </a:cubicBezTo>
                    <a:cubicBezTo>
                      <a:pt x="1021099" y="1108296"/>
                      <a:pt x="1022557" y="1109753"/>
                      <a:pt x="1024500" y="1111211"/>
                    </a:cubicBezTo>
                    <a:cubicBezTo>
                      <a:pt x="1026443" y="1112668"/>
                      <a:pt x="1027657" y="1114611"/>
                      <a:pt x="1028143" y="1117040"/>
                    </a:cubicBezTo>
                    <a:cubicBezTo>
                      <a:pt x="1028629" y="1119469"/>
                      <a:pt x="1029600" y="1121169"/>
                      <a:pt x="1031058" y="1122140"/>
                    </a:cubicBezTo>
                    <a:cubicBezTo>
                      <a:pt x="1032515" y="1123112"/>
                      <a:pt x="1033244" y="1125541"/>
                      <a:pt x="1033244" y="1129427"/>
                    </a:cubicBezTo>
                    <a:cubicBezTo>
                      <a:pt x="1029357" y="1130399"/>
                      <a:pt x="1024985" y="1131370"/>
                      <a:pt x="1020128" y="1132342"/>
                    </a:cubicBezTo>
                    <a:lnTo>
                      <a:pt x="1017213" y="1133799"/>
                    </a:lnTo>
                    <a:cubicBezTo>
                      <a:pt x="1018185" y="1138657"/>
                      <a:pt x="1019156" y="1142543"/>
                      <a:pt x="1020128" y="1145458"/>
                    </a:cubicBezTo>
                    <a:cubicBezTo>
                      <a:pt x="1014298" y="1146429"/>
                      <a:pt x="1009683" y="1146672"/>
                      <a:pt x="1006283" y="1146186"/>
                    </a:cubicBezTo>
                    <a:cubicBezTo>
                      <a:pt x="1002883" y="1145701"/>
                      <a:pt x="1000697" y="1145701"/>
                      <a:pt x="999725" y="1146186"/>
                    </a:cubicBezTo>
                    <a:cubicBezTo>
                      <a:pt x="998754" y="1146672"/>
                      <a:pt x="996810" y="1147886"/>
                      <a:pt x="993896" y="1149830"/>
                    </a:cubicBezTo>
                    <a:lnTo>
                      <a:pt x="996810" y="1157116"/>
                    </a:lnTo>
                    <a:cubicBezTo>
                      <a:pt x="995839" y="1157116"/>
                      <a:pt x="994382" y="1156873"/>
                      <a:pt x="992438" y="1156388"/>
                    </a:cubicBezTo>
                    <a:cubicBezTo>
                      <a:pt x="990495" y="1155902"/>
                      <a:pt x="988795" y="1156145"/>
                      <a:pt x="987338" y="1157116"/>
                    </a:cubicBezTo>
                    <a:cubicBezTo>
                      <a:pt x="985881" y="1158088"/>
                      <a:pt x="982237" y="1159059"/>
                      <a:pt x="976408" y="1160031"/>
                    </a:cubicBezTo>
                    <a:lnTo>
                      <a:pt x="982237" y="1165860"/>
                    </a:lnTo>
                    <a:cubicBezTo>
                      <a:pt x="975436" y="1165860"/>
                      <a:pt x="970579" y="1165617"/>
                      <a:pt x="967664" y="1165131"/>
                    </a:cubicBezTo>
                    <a:cubicBezTo>
                      <a:pt x="964749" y="1164646"/>
                      <a:pt x="962806" y="1164646"/>
                      <a:pt x="961835" y="1165131"/>
                    </a:cubicBezTo>
                    <a:cubicBezTo>
                      <a:pt x="960863" y="1165617"/>
                      <a:pt x="959406" y="1165860"/>
                      <a:pt x="957463" y="1165860"/>
                    </a:cubicBezTo>
                    <a:lnTo>
                      <a:pt x="964749" y="1174604"/>
                    </a:lnTo>
                    <a:lnTo>
                      <a:pt x="970579" y="1177519"/>
                    </a:lnTo>
                    <a:lnTo>
                      <a:pt x="966207" y="1181891"/>
                    </a:lnTo>
                    <a:cubicBezTo>
                      <a:pt x="963292" y="1181891"/>
                      <a:pt x="960620" y="1181648"/>
                      <a:pt x="958191" y="1181162"/>
                    </a:cubicBezTo>
                    <a:cubicBezTo>
                      <a:pt x="955762" y="1180676"/>
                      <a:pt x="953819" y="1180191"/>
                      <a:pt x="952362" y="1179705"/>
                    </a:cubicBezTo>
                    <a:cubicBezTo>
                      <a:pt x="950905" y="1179219"/>
                      <a:pt x="948962" y="1178733"/>
                      <a:pt x="946533" y="1178247"/>
                    </a:cubicBezTo>
                    <a:cubicBezTo>
                      <a:pt x="944104" y="1177762"/>
                      <a:pt x="941918" y="1177519"/>
                      <a:pt x="939975" y="1177519"/>
                    </a:cubicBezTo>
                    <a:lnTo>
                      <a:pt x="937060" y="1183348"/>
                    </a:lnTo>
                    <a:cubicBezTo>
                      <a:pt x="927345" y="1180433"/>
                      <a:pt x="919086" y="1177519"/>
                      <a:pt x="912286" y="1174604"/>
                    </a:cubicBezTo>
                    <a:cubicBezTo>
                      <a:pt x="905485" y="1171690"/>
                      <a:pt x="896012" y="1169746"/>
                      <a:pt x="883868" y="1168775"/>
                    </a:cubicBezTo>
                    <a:cubicBezTo>
                      <a:pt x="871723" y="1167803"/>
                      <a:pt x="864437" y="1167803"/>
                      <a:pt x="862008" y="1168775"/>
                    </a:cubicBezTo>
                    <a:cubicBezTo>
                      <a:pt x="859579" y="1169746"/>
                      <a:pt x="856907" y="1170718"/>
                      <a:pt x="853993" y="1171690"/>
                    </a:cubicBezTo>
                    <a:lnTo>
                      <a:pt x="845249" y="1181891"/>
                    </a:lnTo>
                    <a:lnTo>
                      <a:pt x="848163" y="1187720"/>
                    </a:lnTo>
                    <a:lnTo>
                      <a:pt x="853993" y="1187720"/>
                    </a:lnTo>
                    <a:lnTo>
                      <a:pt x="843791" y="1195007"/>
                    </a:lnTo>
                    <a:lnTo>
                      <a:pt x="846706" y="1195007"/>
                    </a:lnTo>
                    <a:cubicBezTo>
                      <a:pt x="847678" y="1197921"/>
                      <a:pt x="848649" y="1199622"/>
                      <a:pt x="849621" y="1200107"/>
                    </a:cubicBezTo>
                    <a:cubicBezTo>
                      <a:pt x="850592" y="1200593"/>
                      <a:pt x="850349" y="1201565"/>
                      <a:pt x="848892" y="1203022"/>
                    </a:cubicBezTo>
                    <a:cubicBezTo>
                      <a:pt x="847435" y="1204479"/>
                      <a:pt x="846220" y="1207637"/>
                      <a:pt x="845249" y="1212495"/>
                    </a:cubicBezTo>
                    <a:lnTo>
                      <a:pt x="836505" y="1218324"/>
                    </a:lnTo>
                    <a:lnTo>
                      <a:pt x="827761" y="1209580"/>
                    </a:lnTo>
                    <a:lnTo>
                      <a:pt x="829218" y="1197921"/>
                    </a:lnTo>
                    <a:lnTo>
                      <a:pt x="817560" y="1186263"/>
                    </a:lnTo>
                    <a:lnTo>
                      <a:pt x="816102" y="1189177"/>
                    </a:lnTo>
                    <a:cubicBezTo>
                      <a:pt x="812216" y="1189177"/>
                      <a:pt x="809301" y="1187234"/>
                      <a:pt x="807358" y="1183348"/>
                    </a:cubicBezTo>
                    <a:cubicBezTo>
                      <a:pt x="808330" y="1181405"/>
                      <a:pt x="808330" y="1178490"/>
                      <a:pt x="807358" y="1174604"/>
                    </a:cubicBezTo>
                    <a:cubicBezTo>
                      <a:pt x="806387" y="1170718"/>
                      <a:pt x="805415" y="1167803"/>
                      <a:pt x="804444" y="1165860"/>
                    </a:cubicBezTo>
                    <a:lnTo>
                      <a:pt x="798614" y="1165860"/>
                    </a:lnTo>
                    <a:lnTo>
                      <a:pt x="801529" y="1170232"/>
                    </a:lnTo>
                    <a:lnTo>
                      <a:pt x="797157" y="1170232"/>
                    </a:lnTo>
                    <a:lnTo>
                      <a:pt x="795700" y="1157116"/>
                    </a:lnTo>
                    <a:cubicBezTo>
                      <a:pt x="789870" y="1159059"/>
                      <a:pt x="785013" y="1160517"/>
                      <a:pt x="781126" y="1161488"/>
                    </a:cubicBezTo>
                    <a:cubicBezTo>
                      <a:pt x="781126" y="1159545"/>
                      <a:pt x="780155" y="1157116"/>
                      <a:pt x="778212" y="1154202"/>
                    </a:cubicBezTo>
                    <a:lnTo>
                      <a:pt x="773840" y="1157116"/>
                    </a:lnTo>
                    <a:lnTo>
                      <a:pt x="773840" y="1152744"/>
                    </a:lnTo>
                    <a:lnTo>
                      <a:pt x="769468" y="1155659"/>
                    </a:lnTo>
                    <a:lnTo>
                      <a:pt x="760724" y="1148372"/>
                    </a:lnTo>
                    <a:lnTo>
                      <a:pt x="749065" y="1154202"/>
                    </a:lnTo>
                    <a:lnTo>
                      <a:pt x="747608" y="1157116"/>
                    </a:lnTo>
                    <a:lnTo>
                      <a:pt x="741779" y="1157116"/>
                    </a:lnTo>
                    <a:lnTo>
                      <a:pt x="740321" y="1155659"/>
                    </a:lnTo>
                    <a:lnTo>
                      <a:pt x="737407" y="1155659"/>
                    </a:lnTo>
                    <a:lnTo>
                      <a:pt x="734492" y="1161488"/>
                    </a:lnTo>
                    <a:lnTo>
                      <a:pt x="725748" y="1161488"/>
                    </a:lnTo>
                    <a:lnTo>
                      <a:pt x="727205" y="1158574"/>
                    </a:lnTo>
                    <a:lnTo>
                      <a:pt x="715547" y="1160031"/>
                    </a:lnTo>
                    <a:lnTo>
                      <a:pt x="714089" y="1164403"/>
                    </a:lnTo>
                    <a:lnTo>
                      <a:pt x="712632" y="1160031"/>
                    </a:lnTo>
                    <a:cubicBezTo>
                      <a:pt x="708746" y="1162946"/>
                      <a:pt x="704860" y="1164403"/>
                      <a:pt x="700974" y="1164403"/>
                    </a:cubicBezTo>
                    <a:lnTo>
                      <a:pt x="695144" y="1154202"/>
                    </a:lnTo>
                    <a:lnTo>
                      <a:pt x="692230" y="1154202"/>
                    </a:lnTo>
                    <a:lnTo>
                      <a:pt x="690772" y="1152744"/>
                    </a:lnTo>
                    <a:lnTo>
                      <a:pt x="693687" y="1148372"/>
                    </a:lnTo>
                    <a:lnTo>
                      <a:pt x="670370" y="1138171"/>
                    </a:lnTo>
                    <a:lnTo>
                      <a:pt x="671827" y="1130884"/>
                    </a:lnTo>
                    <a:lnTo>
                      <a:pt x="670370" y="1129427"/>
                    </a:lnTo>
                    <a:cubicBezTo>
                      <a:pt x="673284" y="1121655"/>
                      <a:pt x="675956" y="1116311"/>
                      <a:pt x="678385" y="1113396"/>
                    </a:cubicBezTo>
                    <a:cubicBezTo>
                      <a:pt x="680814" y="1110482"/>
                      <a:pt x="684214" y="1105138"/>
                      <a:pt x="688586" y="1097366"/>
                    </a:cubicBezTo>
                    <a:cubicBezTo>
                      <a:pt x="692958" y="1089594"/>
                      <a:pt x="695630" y="1085222"/>
                      <a:pt x="696602" y="1084250"/>
                    </a:cubicBezTo>
                    <a:lnTo>
                      <a:pt x="693687" y="1082793"/>
                    </a:lnTo>
                    <a:cubicBezTo>
                      <a:pt x="695630" y="1077935"/>
                      <a:pt x="695144" y="1073563"/>
                      <a:pt x="692230" y="1069677"/>
                    </a:cubicBezTo>
                    <a:lnTo>
                      <a:pt x="699516" y="1069677"/>
                    </a:lnTo>
                    <a:lnTo>
                      <a:pt x="690772" y="1063847"/>
                    </a:lnTo>
                    <a:cubicBezTo>
                      <a:pt x="690772" y="1062876"/>
                      <a:pt x="691015" y="1061661"/>
                      <a:pt x="691501" y="1060204"/>
                    </a:cubicBezTo>
                    <a:cubicBezTo>
                      <a:pt x="691987" y="1058747"/>
                      <a:pt x="690529" y="1056318"/>
                      <a:pt x="687129" y="1052918"/>
                    </a:cubicBezTo>
                    <a:cubicBezTo>
                      <a:pt x="683728" y="1049517"/>
                      <a:pt x="681543" y="1046602"/>
                      <a:pt x="680571" y="1044174"/>
                    </a:cubicBezTo>
                    <a:cubicBezTo>
                      <a:pt x="679599" y="1041745"/>
                      <a:pt x="679357" y="1039073"/>
                      <a:pt x="679842" y="1036158"/>
                    </a:cubicBezTo>
                    <a:cubicBezTo>
                      <a:pt x="680328" y="1033244"/>
                      <a:pt x="681057" y="1029843"/>
                      <a:pt x="682028" y="1025957"/>
                    </a:cubicBezTo>
                    <a:cubicBezTo>
                      <a:pt x="686886" y="1024014"/>
                      <a:pt x="691744" y="1021585"/>
                      <a:pt x="696602" y="1018670"/>
                    </a:cubicBezTo>
                    <a:lnTo>
                      <a:pt x="700974" y="1014298"/>
                    </a:lnTo>
                    <a:lnTo>
                      <a:pt x="692230" y="1007012"/>
                    </a:lnTo>
                    <a:lnTo>
                      <a:pt x="692230" y="1001182"/>
                    </a:lnTo>
                    <a:cubicBezTo>
                      <a:pt x="693201" y="1001182"/>
                      <a:pt x="694173" y="1001182"/>
                      <a:pt x="695144" y="1001182"/>
                    </a:cubicBezTo>
                    <a:cubicBezTo>
                      <a:pt x="696116" y="1001182"/>
                      <a:pt x="697573" y="1002154"/>
                      <a:pt x="699516" y="1004097"/>
                    </a:cubicBezTo>
                    <a:cubicBezTo>
                      <a:pt x="701459" y="1006040"/>
                      <a:pt x="704374" y="1006769"/>
                      <a:pt x="708260" y="1006283"/>
                    </a:cubicBezTo>
                    <a:cubicBezTo>
                      <a:pt x="712146" y="1005797"/>
                      <a:pt x="714575" y="1005069"/>
                      <a:pt x="715547" y="1004097"/>
                    </a:cubicBezTo>
                    <a:cubicBezTo>
                      <a:pt x="716518" y="1003126"/>
                      <a:pt x="717976" y="1002154"/>
                      <a:pt x="719919" y="1001182"/>
                    </a:cubicBezTo>
                    <a:lnTo>
                      <a:pt x="715547" y="996811"/>
                    </a:lnTo>
                    <a:cubicBezTo>
                      <a:pt x="718461" y="996811"/>
                      <a:pt x="720405" y="996568"/>
                      <a:pt x="721376" y="996082"/>
                    </a:cubicBezTo>
                    <a:cubicBezTo>
                      <a:pt x="722348" y="995596"/>
                      <a:pt x="723319" y="996082"/>
                      <a:pt x="724291" y="997539"/>
                    </a:cubicBezTo>
                    <a:cubicBezTo>
                      <a:pt x="725262" y="998996"/>
                      <a:pt x="726234" y="999725"/>
                      <a:pt x="727205" y="999725"/>
                    </a:cubicBezTo>
                    <a:cubicBezTo>
                      <a:pt x="728177" y="997782"/>
                      <a:pt x="729148" y="996568"/>
                      <a:pt x="730120" y="996082"/>
                    </a:cubicBezTo>
                    <a:cubicBezTo>
                      <a:pt x="731092" y="995596"/>
                      <a:pt x="732792" y="995596"/>
                      <a:pt x="735221" y="996082"/>
                    </a:cubicBezTo>
                    <a:cubicBezTo>
                      <a:pt x="737650" y="996568"/>
                      <a:pt x="741293" y="996325"/>
                      <a:pt x="746151" y="995353"/>
                    </a:cubicBezTo>
                    <a:lnTo>
                      <a:pt x="741779" y="999725"/>
                    </a:lnTo>
                    <a:cubicBezTo>
                      <a:pt x="744693" y="999725"/>
                      <a:pt x="747122" y="1000211"/>
                      <a:pt x="749065" y="1001182"/>
                    </a:cubicBezTo>
                    <a:lnTo>
                      <a:pt x="757809" y="995353"/>
                    </a:lnTo>
                    <a:cubicBezTo>
                      <a:pt x="757809" y="992439"/>
                      <a:pt x="759267" y="989038"/>
                      <a:pt x="762181" y="985152"/>
                    </a:cubicBezTo>
                    <a:cubicBezTo>
                      <a:pt x="771897" y="990010"/>
                      <a:pt x="782584" y="995353"/>
                      <a:pt x="794242" y="1001182"/>
                    </a:cubicBezTo>
                    <a:lnTo>
                      <a:pt x="797157" y="1007012"/>
                    </a:lnTo>
                    <a:lnTo>
                      <a:pt x="800072" y="1005554"/>
                    </a:lnTo>
                    <a:lnTo>
                      <a:pt x="808816" y="1012841"/>
                    </a:lnTo>
                    <a:cubicBezTo>
                      <a:pt x="824360" y="993410"/>
                      <a:pt x="838448" y="973493"/>
                      <a:pt x="851078" y="953091"/>
                    </a:cubicBezTo>
                    <a:cubicBezTo>
                      <a:pt x="847192" y="951148"/>
                      <a:pt x="843063" y="950176"/>
                      <a:pt x="838691" y="950176"/>
                    </a:cubicBezTo>
                    <a:cubicBezTo>
                      <a:pt x="834319" y="950176"/>
                      <a:pt x="811973" y="953091"/>
                      <a:pt x="771654" y="958920"/>
                    </a:cubicBezTo>
                    <a:cubicBezTo>
                      <a:pt x="731334" y="964749"/>
                      <a:pt x="704374" y="963535"/>
                      <a:pt x="690772" y="955277"/>
                    </a:cubicBezTo>
                    <a:cubicBezTo>
                      <a:pt x="677171" y="947019"/>
                      <a:pt x="662840" y="945075"/>
                      <a:pt x="647781" y="949447"/>
                    </a:cubicBezTo>
                    <a:cubicBezTo>
                      <a:pt x="632722" y="953819"/>
                      <a:pt x="622278" y="957463"/>
                      <a:pt x="616449" y="960377"/>
                    </a:cubicBezTo>
                    <a:cubicBezTo>
                      <a:pt x="610619" y="963292"/>
                      <a:pt x="604790" y="965235"/>
                      <a:pt x="598961" y="966207"/>
                    </a:cubicBezTo>
                    <a:cubicBezTo>
                      <a:pt x="593131" y="967178"/>
                      <a:pt x="584873" y="970579"/>
                      <a:pt x="574186" y="976408"/>
                    </a:cubicBezTo>
                    <a:lnTo>
                      <a:pt x="574186" y="972036"/>
                    </a:lnTo>
                    <a:cubicBezTo>
                      <a:pt x="568357" y="970093"/>
                      <a:pt x="564228" y="969121"/>
                      <a:pt x="561799" y="969121"/>
                    </a:cubicBezTo>
                    <a:cubicBezTo>
                      <a:pt x="559370" y="969121"/>
                      <a:pt x="556941" y="968878"/>
                      <a:pt x="554512" y="968393"/>
                    </a:cubicBezTo>
                    <a:cubicBezTo>
                      <a:pt x="552083" y="967907"/>
                      <a:pt x="550383" y="967664"/>
                      <a:pt x="549412" y="967664"/>
                    </a:cubicBezTo>
                    <a:cubicBezTo>
                      <a:pt x="548440" y="967664"/>
                      <a:pt x="547469" y="967664"/>
                      <a:pt x="546497" y="967664"/>
                    </a:cubicBezTo>
                    <a:cubicBezTo>
                      <a:pt x="546497" y="968636"/>
                      <a:pt x="546497" y="969607"/>
                      <a:pt x="546497" y="970579"/>
                    </a:cubicBezTo>
                    <a:cubicBezTo>
                      <a:pt x="546497" y="971550"/>
                      <a:pt x="546983" y="973493"/>
                      <a:pt x="547954" y="976408"/>
                    </a:cubicBezTo>
                    <a:cubicBezTo>
                      <a:pt x="548926" y="979323"/>
                      <a:pt x="550383" y="985152"/>
                      <a:pt x="552326" y="993896"/>
                    </a:cubicBezTo>
                    <a:lnTo>
                      <a:pt x="555241" y="995353"/>
                    </a:lnTo>
                    <a:lnTo>
                      <a:pt x="555241" y="1004097"/>
                    </a:lnTo>
                    <a:lnTo>
                      <a:pt x="562528" y="1004097"/>
                    </a:lnTo>
                    <a:cubicBezTo>
                      <a:pt x="564471" y="1011869"/>
                      <a:pt x="566657" y="1018428"/>
                      <a:pt x="569086" y="1023771"/>
                    </a:cubicBezTo>
                    <a:cubicBezTo>
                      <a:pt x="571514" y="1029114"/>
                      <a:pt x="578072" y="1046602"/>
                      <a:pt x="588759" y="1076235"/>
                    </a:cubicBezTo>
                    <a:cubicBezTo>
                      <a:pt x="599447" y="1105867"/>
                      <a:pt x="610619" y="1130156"/>
                      <a:pt x="622278" y="1149101"/>
                    </a:cubicBezTo>
                    <a:cubicBezTo>
                      <a:pt x="633936" y="1168046"/>
                      <a:pt x="642195" y="1185534"/>
                      <a:pt x="647053" y="1201565"/>
                    </a:cubicBezTo>
                    <a:cubicBezTo>
                      <a:pt x="651910" y="1217595"/>
                      <a:pt x="658954" y="1233626"/>
                      <a:pt x="668184" y="1249656"/>
                    </a:cubicBezTo>
                    <a:cubicBezTo>
                      <a:pt x="677413" y="1265687"/>
                      <a:pt x="682271" y="1278560"/>
                      <a:pt x="682757" y="1288275"/>
                    </a:cubicBezTo>
                    <a:cubicBezTo>
                      <a:pt x="683243" y="1297991"/>
                      <a:pt x="684943" y="1305035"/>
                      <a:pt x="687858" y="1309407"/>
                    </a:cubicBezTo>
                    <a:cubicBezTo>
                      <a:pt x="690772" y="1313779"/>
                      <a:pt x="692230" y="1316693"/>
                      <a:pt x="692230" y="1318151"/>
                    </a:cubicBezTo>
                    <a:cubicBezTo>
                      <a:pt x="692230" y="1319608"/>
                      <a:pt x="691744" y="1322765"/>
                      <a:pt x="690772" y="1327623"/>
                    </a:cubicBezTo>
                    <a:lnTo>
                      <a:pt x="677656" y="1336367"/>
                    </a:lnTo>
                    <a:lnTo>
                      <a:pt x="682028" y="1355312"/>
                    </a:lnTo>
                    <a:lnTo>
                      <a:pt x="677656" y="1348026"/>
                    </a:lnTo>
                    <a:lnTo>
                      <a:pt x="670370" y="1352398"/>
                    </a:lnTo>
                    <a:lnTo>
                      <a:pt x="663083" y="1348026"/>
                    </a:lnTo>
                    <a:lnTo>
                      <a:pt x="663083" y="1353855"/>
                    </a:lnTo>
                    <a:lnTo>
                      <a:pt x="657254" y="1359684"/>
                    </a:lnTo>
                    <a:lnTo>
                      <a:pt x="651425" y="1358227"/>
                    </a:lnTo>
                    <a:cubicBezTo>
                      <a:pt x="649481" y="1366971"/>
                      <a:pt x="647538" y="1375229"/>
                      <a:pt x="645595" y="1383002"/>
                    </a:cubicBezTo>
                    <a:cubicBezTo>
                      <a:pt x="644624" y="1380087"/>
                      <a:pt x="642923" y="1377415"/>
                      <a:pt x="640494" y="1374986"/>
                    </a:cubicBezTo>
                    <a:cubicBezTo>
                      <a:pt x="638066" y="1372557"/>
                      <a:pt x="634908" y="1368671"/>
                      <a:pt x="631022" y="1363328"/>
                    </a:cubicBezTo>
                    <a:cubicBezTo>
                      <a:pt x="627136" y="1357984"/>
                      <a:pt x="625193" y="1353855"/>
                      <a:pt x="625193" y="1350940"/>
                    </a:cubicBezTo>
                    <a:lnTo>
                      <a:pt x="619363" y="1352398"/>
                    </a:lnTo>
                    <a:lnTo>
                      <a:pt x="620821" y="1355312"/>
                    </a:lnTo>
                    <a:lnTo>
                      <a:pt x="616449" y="1366971"/>
                    </a:lnTo>
                    <a:lnTo>
                      <a:pt x="610619" y="1362599"/>
                    </a:lnTo>
                    <a:lnTo>
                      <a:pt x="606247" y="1359684"/>
                    </a:lnTo>
                    <a:lnTo>
                      <a:pt x="609162" y="1364056"/>
                    </a:lnTo>
                    <a:lnTo>
                      <a:pt x="607705" y="1369886"/>
                    </a:lnTo>
                    <a:lnTo>
                      <a:pt x="600418" y="1368428"/>
                    </a:lnTo>
                    <a:lnTo>
                      <a:pt x="598961" y="1353855"/>
                    </a:lnTo>
                    <a:lnTo>
                      <a:pt x="594589" y="1353855"/>
                    </a:lnTo>
                    <a:cubicBezTo>
                      <a:pt x="580016" y="1338310"/>
                      <a:pt x="566414" y="1322280"/>
                      <a:pt x="553784" y="1305763"/>
                    </a:cubicBezTo>
                    <a:lnTo>
                      <a:pt x="546497" y="1299934"/>
                    </a:lnTo>
                    <a:lnTo>
                      <a:pt x="549412" y="1297020"/>
                    </a:lnTo>
                    <a:lnTo>
                      <a:pt x="531924" y="1283903"/>
                    </a:lnTo>
                    <a:lnTo>
                      <a:pt x="529009" y="1286818"/>
                    </a:lnTo>
                    <a:lnTo>
                      <a:pt x="524637" y="1285361"/>
                    </a:lnTo>
                    <a:lnTo>
                      <a:pt x="518808" y="1292647"/>
                    </a:lnTo>
                    <a:lnTo>
                      <a:pt x="514436" y="1291190"/>
                    </a:lnTo>
                    <a:cubicBezTo>
                      <a:pt x="516379" y="1287304"/>
                      <a:pt x="517351" y="1283418"/>
                      <a:pt x="517351" y="1279531"/>
                    </a:cubicBezTo>
                    <a:lnTo>
                      <a:pt x="514436" y="1280989"/>
                    </a:lnTo>
                    <a:lnTo>
                      <a:pt x="511521" y="1292647"/>
                    </a:lnTo>
                    <a:lnTo>
                      <a:pt x="501320" y="1292647"/>
                    </a:lnTo>
                    <a:cubicBezTo>
                      <a:pt x="503263" y="1289733"/>
                      <a:pt x="505206" y="1287304"/>
                      <a:pt x="507149" y="1285361"/>
                    </a:cubicBezTo>
                    <a:cubicBezTo>
                      <a:pt x="504235" y="1283418"/>
                      <a:pt x="502291" y="1280017"/>
                      <a:pt x="501320" y="1275160"/>
                    </a:cubicBezTo>
                    <a:lnTo>
                      <a:pt x="499863" y="1279531"/>
                    </a:lnTo>
                    <a:lnTo>
                      <a:pt x="492576" y="1282446"/>
                    </a:lnTo>
                    <a:cubicBezTo>
                      <a:pt x="491604" y="1278560"/>
                      <a:pt x="492576" y="1274674"/>
                      <a:pt x="495491" y="1270788"/>
                    </a:cubicBezTo>
                    <a:lnTo>
                      <a:pt x="502777" y="1267873"/>
                    </a:lnTo>
                    <a:lnTo>
                      <a:pt x="502777" y="1260586"/>
                    </a:lnTo>
                    <a:lnTo>
                      <a:pt x="496948" y="1260586"/>
                    </a:lnTo>
                    <a:lnTo>
                      <a:pt x="501320" y="1259129"/>
                    </a:lnTo>
                    <a:lnTo>
                      <a:pt x="495491" y="1256214"/>
                    </a:lnTo>
                    <a:lnTo>
                      <a:pt x="501320" y="1251842"/>
                    </a:lnTo>
                    <a:cubicBezTo>
                      <a:pt x="497434" y="1249899"/>
                      <a:pt x="495491" y="1247470"/>
                      <a:pt x="495491" y="1244556"/>
                    </a:cubicBezTo>
                    <a:lnTo>
                      <a:pt x="483832" y="1246013"/>
                    </a:lnTo>
                    <a:lnTo>
                      <a:pt x="494033" y="1238726"/>
                    </a:lnTo>
                    <a:lnTo>
                      <a:pt x="489661" y="1237269"/>
                    </a:lnTo>
                    <a:lnTo>
                      <a:pt x="495491" y="1229982"/>
                    </a:lnTo>
                    <a:cubicBezTo>
                      <a:pt x="496462" y="1225125"/>
                      <a:pt x="497434" y="1221239"/>
                      <a:pt x="498405" y="1218324"/>
                    </a:cubicBezTo>
                    <a:cubicBezTo>
                      <a:pt x="499377" y="1215409"/>
                      <a:pt x="499134" y="1209823"/>
                      <a:pt x="497677" y="1201565"/>
                    </a:cubicBezTo>
                    <a:cubicBezTo>
                      <a:pt x="496219" y="1193307"/>
                      <a:pt x="495005" y="1178976"/>
                      <a:pt x="494033" y="1158574"/>
                    </a:cubicBezTo>
                    <a:cubicBezTo>
                      <a:pt x="495005" y="1164403"/>
                      <a:pt x="496948" y="1169746"/>
                      <a:pt x="499863" y="1174604"/>
                    </a:cubicBezTo>
                    <a:cubicBezTo>
                      <a:pt x="499863" y="1171690"/>
                      <a:pt x="500105" y="1169261"/>
                      <a:pt x="500591" y="1167318"/>
                    </a:cubicBezTo>
                    <a:cubicBezTo>
                      <a:pt x="501077" y="1165374"/>
                      <a:pt x="501077" y="1151773"/>
                      <a:pt x="500591" y="1126512"/>
                    </a:cubicBezTo>
                    <a:cubicBezTo>
                      <a:pt x="500105" y="1101252"/>
                      <a:pt x="496705" y="1068219"/>
                      <a:pt x="490390" y="1027414"/>
                    </a:cubicBezTo>
                    <a:cubicBezTo>
                      <a:pt x="484075" y="986609"/>
                      <a:pt x="478489" y="962806"/>
                      <a:pt x="473631" y="956005"/>
                    </a:cubicBezTo>
                    <a:cubicBezTo>
                      <a:pt x="468773" y="949205"/>
                      <a:pt x="463429" y="941432"/>
                      <a:pt x="457600" y="932688"/>
                    </a:cubicBezTo>
                    <a:lnTo>
                      <a:pt x="447399" y="928316"/>
                    </a:lnTo>
                    <a:lnTo>
                      <a:pt x="441570" y="913743"/>
                    </a:lnTo>
                    <a:lnTo>
                      <a:pt x="440112" y="918115"/>
                    </a:lnTo>
                    <a:lnTo>
                      <a:pt x="435740" y="910828"/>
                    </a:lnTo>
                    <a:lnTo>
                      <a:pt x="432826" y="909371"/>
                    </a:lnTo>
                    <a:lnTo>
                      <a:pt x="419710" y="890426"/>
                    </a:lnTo>
                    <a:lnTo>
                      <a:pt x="416795" y="887511"/>
                    </a:lnTo>
                    <a:lnTo>
                      <a:pt x="390563" y="894665"/>
                    </a:lnTo>
                    <a:lnTo>
                      <a:pt x="390563" y="890426"/>
                    </a:lnTo>
                    <a:cubicBezTo>
                      <a:pt x="366275" y="897227"/>
                      <a:pt x="342229" y="903299"/>
                      <a:pt x="318426" y="908642"/>
                    </a:cubicBezTo>
                    <a:cubicBezTo>
                      <a:pt x="294623" y="913986"/>
                      <a:pt x="270091" y="919815"/>
                      <a:pt x="244831" y="926130"/>
                    </a:cubicBezTo>
                    <a:cubicBezTo>
                      <a:pt x="219570" y="932445"/>
                      <a:pt x="197953" y="938760"/>
                      <a:pt x="179980" y="945075"/>
                    </a:cubicBezTo>
                    <a:cubicBezTo>
                      <a:pt x="162006" y="951391"/>
                      <a:pt x="147676" y="954548"/>
                      <a:pt x="136989" y="954548"/>
                    </a:cubicBezTo>
                    <a:cubicBezTo>
                      <a:pt x="147676" y="948719"/>
                      <a:pt x="162006" y="943861"/>
                      <a:pt x="179980" y="939975"/>
                    </a:cubicBezTo>
                    <a:cubicBezTo>
                      <a:pt x="197953" y="936089"/>
                      <a:pt x="214713" y="932202"/>
                      <a:pt x="230257" y="928316"/>
                    </a:cubicBezTo>
                    <a:lnTo>
                      <a:pt x="234629" y="922487"/>
                    </a:lnTo>
                    <a:cubicBezTo>
                      <a:pt x="224914" y="924430"/>
                      <a:pt x="218113" y="925887"/>
                      <a:pt x="214227" y="926859"/>
                    </a:cubicBezTo>
                    <a:cubicBezTo>
                      <a:pt x="210341" y="927830"/>
                      <a:pt x="206212" y="928316"/>
                      <a:pt x="201840" y="928316"/>
                    </a:cubicBezTo>
                    <a:cubicBezTo>
                      <a:pt x="197468" y="928316"/>
                      <a:pt x="192124" y="929288"/>
                      <a:pt x="185809" y="931231"/>
                    </a:cubicBezTo>
                    <a:cubicBezTo>
                      <a:pt x="182652" y="932202"/>
                      <a:pt x="178583" y="933660"/>
                      <a:pt x="173604" y="935603"/>
                    </a:cubicBezTo>
                    <a:lnTo>
                      <a:pt x="160306" y="941087"/>
                    </a:lnTo>
                    <a:lnTo>
                      <a:pt x="160306" y="937060"/>
                    </a:lnTo>
                    <a:cubicBezTo>
                      <a:pt x="121444" y="948719"/>
                      <a:pt x="82096" y="957948"/>
                      <a:pt x="42263" y="964749"/>
                    </a:cubicBezTo>
                    <a:cubicBezTo>
                      <a:pt x="37405" y="969607"/>
                      <a:pt x="33033" y="974465"/>
                      <a:pt x="29147" y="979323"/>
                    </a:cubicBezTo>
                    <a:lnTo>
                      <a:pt x="21860" y="982237"/>
                    </a:lnTo>
                    <a:lnTo>
                      <a:pt x="10201" y="973493"/>
                    </a:lnTo>
                    <a:cubicBezTo>
                      <a:pt x="7287" y="971550"/>
                      <a:pt x="4858" y="969607"/>
                      <a:pt x="2915" y="967664"/>
                    </a:cubicBezTo>
                    <a:cubicBezTo>
                      <a:pt x="972" y="965721"/>
                      <a:pt x="243" y="961106"/>
                      <a:pt x="729" y="953819"/>
                    </a:cubicBezTo>
                    <a:cubicBezTo>
                      <a:pt x="1215" y="946533"/>
                      <a:pt x="972" y="934146"/>
                      <a:pt x="0" y="916658"/>
                    </a:cubicBezTo>
                    <a:lnTo>
                      <a:pt x="5829" y="913743"/>
                    </a:lnTo>
                    <a:lnTo>
                      <a:pt x="8744" y="921030"/>
                    </a:lnTo>
                    <a:cubicBezTo>
                      <a:pt x="14573" y="922001"/>
                      <a:pt x="18945" y="922487"/>
                      <a:pt x="21860" y="922487"/>
                    </a:cubicBezTo>
                    <a:cubicBezTo>
                      <a:pt x="24775" y="922487"/>
                      <a:pt x="33761" y="921515"/>
                      <a:pt x="48821" y="919572"/>
                    </a:cubicBezTo>
                    <a:cubicBezTo>
                      <a:pt x="63880" y="917629"/>
                      <a:pt x="87925" y="911800"/>
                      <a:pt x="120958" y="902084"/>
                    </a:cubicBezTo>
                    <a:cubicBezTo>
                      <a:pt x="153991" y="892369"/>
                      <a:pt x="189209" y="881196"/>
                      <a:pt x="226614" y="868566"/>
                    </a:cubicBezTo>
                    <a:cubicBezTo>
                      <a:pt x="264019" y="855936"/>
                      <a:pt x="290736" y="848163"/>
                      <a:pt x="306767" y="845249"/>
                    </a:cubicBezTo>
                    <a:cubicBezTo>
                      <a:pt x="322798" y="842334"/>
                      <a:pt x="334942" y="838934"/>
                      <a:pt x="343200" y="835047"/>
                    </a:cubicBezTo>
                    <a:cubicBezTo>
                      <a:pt x="351458" y="831161"/>
                      <a:pt x="356073" y="829461"/>
                      <a:pt x="357045" y="829947"/>
                    </a:cubicBezTo>
                    <a:cubicBezTo>
                      <a:pt x="358016" y="830433"/>
                      <a:pt x="359474" y="831161"/>
                      <a:pt x="361417" y="832133"/>
                    </a:cubicBezTo>
                    <a:lnTo>
                      <a:pt x="370161" y="827761"/>
                    </a:lnTo>
                    <a:lnTo>
                      <a:pt x="371618" y="829218"/>
                    </a:lnTo>
                    <a:lnTo>
                      <a:pt x="374533" y="824846"/>
                    </a:lnTo>
                    <a:lnTo>
                      <a:pt x="374533" y="827761"/>
                    </a:lnTo>
                    <a:cubicBezTo>
                      <a:pt x="377447" y="826789"/>
                      <a:pt x="379876" y="826061"/>
                      <a:pt x="381819" y="825575"/>
                    </a:cubicBezTo>
                    <a:cubicBezTo>
                      <a:pt x="383762" y="825089"/>
                      <a:pt x="386677" y="824117"/>
                      <a:pt x="390563" y="822660"/>
                    </a:cubicBezTo>
                    <a:cubicBezTo>
                      <a:pt x="394449" y="821203"/>
                      <a:pt x="398093" y="819745"/>
                      <a:pt x="401493" y="818288"/>
                    </a:cubicBezTo>
                    <a:cubicBezTo>
                      <a:pt x="404894" y="816831"/>
                      <a:pt x="407808" y="815859"/>
                      <a:pt x="410237" y="815374"/>
                    </a:cubicBezTo>
                    <a:cubicBezTo>
                      <a:pt x="412666" y="814888"/>
                      <a:pt x="414852" y="814402"/>
                      <a:pt x="416795" y="813916"/>
                    </a:cubicBezTo>
                    <a:cubicBezTo>
                      <a:pt x="418738" y="813430"/>
                      <a:pt x="420196" y="813430"/>
                      <a:pt x="421167" y="813916"/>
                    </a:cubicBezTo>
                    <a:cubicBezTo>
                      <a:pt x="422139" y="814402"/>
                      <a:pt x="423110" y="814645"/>
                      <a:pt x="424082" y="814645"/>
                    </a:cubicBezTo>
                    <a:cubicBezTo>
                      <a:pt x="425053" y="793271"/>
                      <a:pt x="426025" y="765824"/>
                      <a:pt x="426996" y="732306"/>
                    </a:cubicBezTo>
                    <a:cubicBezTo>
                      <a:pt x="427968" y="698787"/>
                      <a:pt x="427482" y="679357"/>
                      <a:pt x="425539" y="674013"/>
                    </a:cubicBezTo>
                    <a:cubicBezTo>
                      <a:pt x="423596" y="668669"/>
                      <a:pt x="421653" y="662112"/>
                      <a:pt x="419710" y="654339"/>
                    </a:cubicBezTo>
                    <a:lnTo>
                      <a:pt x="413880" y="651424"/>
                    </a:lnTo>
                    <a:lnTo>
                      <a:pt x="410966" y="639766"/>
                    </a:lnTo>
                    <a:cubicBezTo>
                      <a:pt x="412909" y="638794"/>
                      <a:pt x="414609" y="637823"/>
                      <a:pt x="416066" y="636851"/>
                    </a:cubicBezTo>
                    <a:cubicBezTo>
                      <a:pt x="417524" y="635880"/>
                      <a:pt x="418738" y="635880"/>
                      <a:pt x="419710" y="636851"/>
                    </a:cubicBezTo>
                    <a:cubicBezTo>
                      <a:pt x="420681" y="637823"/>
                      <a:pt x="422139" y="638309"/>
                      <a:pt x="424082" y="638309"/>
                    </a:cubicBezTo>
                    <a:lnTo>
                      <a:pt x="429911" y="631022"/>
                    </a:lnTo>
                    <a:cubicBezTo>
                      <a:pt x="430883" y="631022"/>
                      <a:pt x="431854" y="630779"/>
                      <a:pt x="432826" y="630293"/>
                    </a:cubicBezTo>
                    <a:cubicBezTo>
                      <a:pt x="433797" y="629808"/>
                      <a:pt x="436469" y="629808"/>
                      <a:pt x="440841" y="630293"/>
                    </a:cubicBezTo>
                    <a:cubicBezTo>
                      <a:pt x="445213" y="630779"/>
                      <a:pt x="450799" y="632479"/>
                      <a:pt x="457600" y="635394"/>
                    </a:cubicBezTo>
                    <a:cubicBezTo>
                      <a:pt x="461486" y="644138"/>
                      <a:pt x="464887" y="650696"/>
                      <a:pt x="467801" y="655068"/>
                    </a:cubicBezTo>
                    <a:cubicBezTo>
                      <a:pt x="470716" y="659440"/>
                      <a:pt x="474845" y="670855"/>
                      <a:pt x="480189" y="689315"/>
                    </a:cubicBezTo>
                    <a:cubicBezTo>
                      <a:pt x="485532" y="707774"/>
                      <a:pt x="490147" y="728420"/>
                      <a:pt x="494033" y="751251"/>
                    </a:cubicBezTo>
                    <a:cubicBezTo>
                      <a:pt x="497920" y="774083"/>
                      <a:pt x="499863" y="786956"/>
                      <a:pt x="499863" y="789870"/>
                    </a:cubicBezTo>
                    <a:cubicBezTo>
                      <a:pt x="518322" y="785013"/>
                      <a:pt x="537267" y="780155"/>
                      <a:pt x="556698" y="775297"/>
                    </a:cubicBezTo>
                    <a:cubicBezTo>
                      <a:pt x="576129" y="770439"/>
                      <a:pt x="592160" y="767039"/>
                      <a:pt x="604790" y="765096"/>
                    </a:cubicBezTo>
                    <a:lnTo>
                      <a:pt x="607705" y="760724"/>
                    </a:lnTo>
                    <a:cubicBezTo>
                      <a:pt x="630050" y="759752"/>
                      <a:pt x="652396" y="755866"/>
                      <a:pt x="674742" y="749065"/>
                    </a:cubicBezTo>
                    <a:cubicBezTo>
                      <a:pt x="688343" y="731577"/>
                      <a:pt x="699273" y="718947"/>
                      <a:pt x="707531" y="711175"/>
                    </a:cubicBezTo>
                    <a:cubicBezTo>
                      <a:pt x="715790" y="703402"/>
                      <a:pt x="724777" y="693201"/>
                      <a:pt x="734492" y="680571"/>
                    </a:cubicBezTo>
                    <a:cubicBezTo>
                      <a:pt x="744208" y="667941"/>
                      <a:pt x="749551" y="660168"/>
                      <a:pt x="750523" y="657254"/>
                    </a:cubicBezTo>
                    <a:cubicBezTo>
                      <a:pt x="751494" y="654339"/>
                      <a:pt x="752466" y="651424"/>
                      <a:pt x="753437" y="648510"/>
                    </a:cubicBezTo>
                    <a:cubicBezTo>
                      <a:pt x="743722" y="652396"/>
                      <a:pt x="727448" y="659440"/>
                      <a:pt x="704617" y="669641"/>
                    </a:cubicBezTo>
                    <a:cubicBezTo>
                      <a:pt x="681785" y="679842"/>
                      <a:pt x="664055" y="690529"/>
                      <a:pt x="651425" y="701702"/>
                    </a:cubicBezTo>
                    <a:cubicBezTo>
                      <a:pt x="638794" y="712875"/>
                      <a:pt x="627379" y="720404"/>
                      <a:pt x="617177" y="724291"/>
                    </a:cubicBezTo>
                    <a:cubicBezTo>
                      <a:pt x="606976" y="728177"/>
                      <a:pt x="601390" y="729877"/>
                      <a:pt x="600418" y="729391"/>
                    </a:cubicBezTo>
                    <a:cubicBezTo>
                      <a:pt x="599447" y="728906"/>
                      <a:pt x="598475" y="728663"/>
                      <a:pt x="597503" y="728663"/>
                    </a:cubicBezTo>
                    <a:lnTo>
                      <a:pt x="597503" y="730120"/>
                    </a:lnTo>
                    <a:lnTo>
                      <a:pt x="584387" y="731577"/>
                    </a:lnTo>
                    <a:lnTo>
                      <a:pt x="593131" y="728663"/>
                    </a:lnTo>
                    <a:cubicBezTo>
                      <a:pt x="589245" y="728663"/>
                      <a:pt x="586331" y="728663"/>
                      <a:pt x="584387" y="728663"/>
                    </a:cubicBezTo>
                    <a:cubicBezTo>
                      <a:pt x="582444" y="728663"/>
                      <a:pt x="578558" y="726720"/>
                      <a:pt x="572729" y="722833"/>
                    </a:cubicBezTo>
                    <a:cubicBezTo>
                      <a:pt x="566900" y="718947"/>
                      <a:pt x="563013" y="715547"/>
                      <a:pt x="561070" y="712632"/>
                    </a:cubicBezTo>
                    <a:lnTo>
                      <a:pt x="552326" y="724291"/>
                    </a:lnTo>
                    <a:lnTo>
                      <a:pt x="546497" y="722833"/>
                    </a:lnTo>
                    <a:cubicBezTo>
                      <a:pt x="547469" y="734492"/>
                      <a:pt x="546497" y="745665"/>
                      <a:pt x="543582" y="756352"/>
                    </a:cubicBezTo>
                    <a:cubicBezTo>
                      <a:pt x="542611" y="754409"/>
                      <a:pt x="542125" y="752709"/>
                      <a:pt x="542125" y="751251"/>
                    </a:cubicBezTo>
                    <a:cubicBezTo>
                      <a:pt x="542125" y="749794"/>
                      <a:pt x="542125" y="747608"/>
                      <a:pt x="542125" y="744693"/>
                    </a:cubicBezTo>
                    <a:cubicBezTo>
                      <a:pt x="542125" y="741779"/>
                      <a:pt x="542611" y="735464"/>
                      <a:pt x="543582" y="725748"/>
                    </a:cubicBezTo>
                    <a:lnTo>
                      <a:pt x="539210" y="724291"/>
                    </a:lnTo>
                    <a:lnTo>
                      <a:pt x="537753" y="747608"/>
                    </a:lnTo>
                    <a:cubicBezTo>
                      <a:pt x="536782" y="744693"/>
                      <a:pt x="536296" y="742021"/>
                      <a:pt x="536296" y="739593"/>
                    </a:cubicBezTo>
                    <a:cubicBezTo>
                      <a:pt x="536296" y="737164"/>
                      <a:pt x="536296" y="734978"/>
                      <a:pt x="536296" y="733035"/>
                    </a:cubicBezTo>
                    <a:cubicBezTo>
                      <a:pt x="536296" y="731092"/>
                      <a:pt x="536296" y="729148"/>
                      <a:pt x="536296" y="727205"/>
                    </a:cubicBezTo>
                    <a:cubicBezTo>
                      <a:pt x="536296" y="725262"/>
                      <a:pt x="535810" y="723805"/>
                      <a:pt x="534838" y="722833"/>
                    </a:cubicBezTo>
                    <a:lnTo>
                      <a:pt x="531924" y="731577"/>
                    </a:lnTo>
                    <a:lnTo>
                      <a:pt x="526094" y="719919"/>
                    </a:lnTo>
                    <a:lnTo>
                      <a:pt x="520265" y="722833"/>
                    </a:lnTo>
                    <a:lnTo>
                      <a:pt x="511521" y="717004"/>
                    </a:lnTo>
                    <a:cubicBezTo>
                      <a:pt x="504720" y="705345"/>
                      <a:pt x="499620" y="698059"/>
                      <a:pt x="496219" y="695144"/>
                    </a:cubicBezTo>
                    <a:cubicBezTo>
                      <a:pt x="492819" y="692230"/>
                      <a:pt x="491119" y="687615"/>
                      <a:pt x="491119" y="681300"/>
                    </a:cubicBezTo>
                    <a:cubicBezTo>
                      <a:pt x="491119" y="674985"/>
                      <a:pt x="495491" y="650210"/>
                      <a:pt x="504235" y="606976"/>
                    </a:cubicBezTo>
                    <a:cubicBezTo>
                      <a:pt x="512979" y="563742"/>
                      <a:pt x="514679" y="537510"/>
                      <a:pt x="509335" y="528281"/>
                    </a:cubicBezTo>
                    <a:cubicBezTo>
                      <a:pt x="503992" y="519051"/>
                      <a:pt x="503506" y="507635"/>
                      <a:pt x="507878" y="494033"/>
                    </a:cubicBezTo>
                    <a:cubicBezTo>
                      <a:pt x="512250" y="480432"/>
                      <a:pt x="513950" y="472659"/>
                      <a:pt x="512979" y="470716"/>
                    </a:cubicBezTo>
                    <a:cubicBezTo>
                      <a:pt x="512007" y="468773"/>
                      <a:pt x="511521" y="466830"/>
                      <a:pt x="511521" y="464887"/>
                    </a:cubicBezTo>
                    <a:lnTo>
                      <a:pt x="472173" y="478003"/>
                    </a:lnTo>
                    <a:lnTo>
                      <a:pt x="464887" y="495491"/>
                    </a:lnTo>
                    <a:cubicBezTo>
                      <a:pt x="461001" y="497434"/>
                      <a:pt x="457843" y="499620"/>
                      <a:pt x="455414" y="502049"/>
                    </a:cubicBezTo>
                    <a:cubicBezTo>
                      <a:pt x="452985" y="504478"/>
                      <a:pt x="448856" y="504963"/>
                      <a:pt x="443027" y="503506"/>
                    </a:cubicBezTo>
                    <a:cubicBezTo>
                      <a:pt x="437198" y="502049"/>
                      <a:pt x="432826" y="500348"/>
                      <a:pt x="429911" y="498405"/>
                    </a:cubicBezTo>
                    <a:cubicBezTo>
                      <a:pt x="426996" y="496462"/>
                      <a:pt x="423110" y="493062"/>
                      <a:pt x="418252" y="488204"/>
                    </a:cubicBezTo>
                    <a:cubicBezTo>
                      <a:pt x="417281" y="482375"/>
                      <a:pt x="415095" y="476546"/>
                      <a:pt x="411694" y="470716"/>
                    </a:cubicBezTo>
                    <a:cubicBezTo>
                      <a:pt x="408294" y="464887"/>
                      <a:pt x="406108" y="461001"/>
                      <a:pt x="405137" y="459058"/>
                    </a:cubicBezTo>
                    <a:lnTo>
                      <a:pt x="409508" y="451771"/>
                    </a:lnTo>
                    <a:cubicBezTo>
                      <a:pt x="414366" y="448856"/>
                      <a:pt x="417524" y="446427"/>
                      <a:pt x="418981" y="444484"/>
                    </a:cubicBezTo>
                    <a:cubicBezTo>
                      <a:pt x="420438" y="442541"/>
                      <a:pt x="421896" y="441570"/>
                      <a:pt x="423353" y="441570"/>
                    </a:cubicBezTo>
                    <a:cubicBezTo>
                      <a:pt x="424810" y="441570"/>
                      <a:pt x="426996" y="441570"/>
                      <a:pt x="429911" y="441570"/>
                    </a:cubicBezTo>
                    <a:lnTo>
                      <a:pt x="434283" y="448856"/>
                    </a:lnTo>
                    <a:cubicBezTo>
                      <a:pt x="449828" y="440112"/>
                      <a:pt x="462458" y="432583"/>
                      <a:pt x="472173" y="426268"/>
                    </a:cubicBezTo>
                    <a:cubicBezTo>
                      <a:pt x="481889" y="419953"/>
                      <a:pt x="497920" y="410966"/>
                      <a:pt x="520265" y="399307"/>
                    </a:cubicBezTo>
                    <a:cubicBezTo>
                      <a:pt x="542611" y="387649"/>
                      <a:pt x="577587" y="370646"/>
                      <a:pt x="625193" y="348301"/>
                    </a:cubicBezTo>
                    <a:cubicBezTo>
                      <a:pt x="621306" y="335671"/>
                      <a:pt x="618149" y="326684"/>
                      <a:pt x="615720" y="321340"/>
                    </a:cubicBezTo>
                    <a:cubicBezTo>
                      <a:pt x="613291" y="315997"/>
                      <a:pt x="612805" y="310896"/>
                      <a:pt x="614263" y="306038"/>
                    </a:cubicBezTo>
                    <a:cubicBezTo>
                      <a:pt x="615720" y="301181"/>
                      <a:pt x="617420" y="293408"/>
                      <a:pt x="619363" y="282721"/>
                    </a:cubicBezTo>
                    <a:lnTo>
                      <a:pt x="616449" y="279806"/>
                    </a:lnTo>
                    <a:cubicBezTo>
                      <a:pt x="611591" y="282721"/>
                      <a:pt x="597746" y="287336"/>
                      <a:pt x="574915" y="293651"/>
                    </a:cubicBezTo>
                    <a:cubicBezTo>
                      <a:pt x="552083" y="299966"/>
                      <a:pt x="524637" y="304095"/>
                      <a:pt x="492576" y="306038"/>
                    </a:cubicBezTo>
                    <a:cubicBezTo>
                      <a:pt x="460515" y="307981"/>
                      <a:pt x="443270" y="309925"/>
                      <a:pt x="440841" y="311868"/>
                    </a:cubicBezTo>
                    <a:cubicBezTo>
                      <a:pt x="438412" y="313811"/>
                      <a:pt x="435740" y="316240"/>
                      <a:pt x="432826" y="319154"/>
                    </a:cubicBezTo>
                    <a:lnTo>
                      <a:pt x="424082" y="313325"/>
                    </a:lnTo>
                    <a:cubicBezTo>
                      <a:pt x="422139" y="310410"/>
                      <a:pt x="420681" y="307496"/>
                      <a:pt x="419710" y="304581"/>
                    </a:cubicBezTo>
                    <a:cubicBezTo>
                      <a:pt x="418738" y="301666"/>
                      <a:pt x="414852" y="297294"/>
                      <a:pt x="408051" y="291465"/>
                    </a:cubicBezTo>
                    <a:cubicBezTo>
                      <a:pt x="401250" y="285636"/>
                      <a:pt x="396635" y="279078"/>
                      <a:pt x="394207" y="271791"/>
                    </a:cubicBezTo>
                    <a:cubicBezTo>
                      <a:pt x="391778" y="264505"/>
                      <a:pt x="387891" y="258189"/>
                      <a:pt x="382548" y="252846"/>
                    </a:cubicBezTo>
                    <a:cubicBezTo>
                      <a:pt x="377204" y="247502"/>
                      <a:pt x="375018" y="239487"/>
                      <a:pt x="375990" y="228800"/>
                    </a:cubicBezTo>
                    <a:cubicBezTo>
                      <a:pt x="376961" y="218113"/>
                      <a:pt x="377933" y="211312"/>
                      <a:pt x="378905" y="208398"/>
                    </a:cubicBezTo>
                    <a:cubicBezTo>
                      <a:pt x="382791" y="210341"/>
                      <a:pt x="386677" y="209369"/>
                      <a:pt x="390563" y="205483"/>
                    </a:cubicBezTo>
                    <a:cubicBezTo>
                      <a:pt x="396393" y="209369"/>
                      <a:pt x="400764" y="212041"/>
                      <a:pt x="403679" y="213498"/>
                    </a:cubicBezTo>
                    <a:cubicBezTo>
                      <a:pt x="406594" y="214955"/>
                      <a:pt x="411452" y="216656"/>
                      <a:pt x="418252" y="218599"/>
                    </a:cubicBezTo>
                    <a:cubicBezTo>
                      <a:pt x="425053" y="220542"/>
                      <a:pt x="434283" y="221028"/>
                      <a:pt x="445942" y="220056"/>
                    </a:cubicBezTo>
                    <a:cubicBezTo>
                      <a:pt x="457600" y="219085"/>
                      <a:pt x="477517" y="214955"/>
                      <a:pt x="505692" y="207669"/>
                    </a:cubicBezTo>
                    <a:cubicBezTo>
                      <a:pt x="533867" y="200382"/>
                      <a:pt x="587302" y="180223"/>
                      <a:pt x="665998" y="147190"/>
                    </a:cubicBezTo>
                    <a:cubicBezTo>
                      <a:pt x="666969" y="137474"/>
                      <a:pt x="668184" y="129216"/>
                      <a:pt x="669641" y="122415"/>
                    </a:cubicBezTo>
                    <a:cubicBezTo>
                      <a:pt x="671098" y="115615"/>
                      <a:pt x="672799" y="102984"/>
                      <a:pt x="674742" y="84525"/>
                    </a:cubicBezTo>
                    <a:cubicBezTo>
                      <a:pt x="676685" y="66065"/>
                      <a:pt x="676685" y="54650"/>
                      <a:pt x="674742" y="50278"/>
                    </a:cubicBezTo>
                    <a:cubicBezTo>
                      <a:pt x="672799" y="45906"/>
                      <a:pt x="671341" y="40319"/>
                      <a:pt x="670370" y="33519"/>
                    </a:cubicBezTo>
                    <a:cubicBezTo>
                      <a:pt x="663569" y="32547"/>
                      <a:pt x="658225" y="30118"/>
                      <a:pt x="654339" y="26232"/>
                    </a:cubicBezTo>
                    <a:lnTo>
                      <a:pt x="651425" y="18945"/>
                    </a:lnTo>
                    <a:lnTo>
                      <a:pt x="639766" y="13116"/>
                    </a:lnTo>
                    <a:lnTo>
                      <a:pt x="644138" y="1457"/>
                    </a:lnTo>
                    <a:cubicBezTo>
                      <a:pt x="651910" y="2429"/>
                      <a:pt x="660168" y="1943"/>
                      <a:pt x="66891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4D7BA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11500">
                  <a:solidFill>
                    <a:schemeClr val="bg1"/>
                  </a:solidFill>
                  <a:latin typeface="汉仪尚巍手书W" panose="00020600040101010101" pitchFamily="18" charset="-122"/>
                  <a:ea typeface="汉仪尚巍手书W" panose="00020600040101010101" pitchFamily="18" charset="-122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4935479" y="2047786"/>
                <a:ext cx="940698" cy="857033"/>
              </a:xfrm>
              <a:custGeom>
                <a:avLst/>
                <a:gdLst/>
                <a:ahLst/>
                <a:cxnLst/>
                <a:rect l="l" t="t" r="r" b="b"/>
                <a:pathLst>
                  <a:path w="940698" h="857033">
                    <a:moveTo>
                      <a:pt x="484108" y="362826"/>
                    </a:moveTo>
                    <a:cubicBezTo>
                      <a:pt x="468481" y="390004"/>
                      <a:pt x="456590" y="417862"/>
                      <a:pt x="448437" y="446399"/>
                    </a:cubicBezTo>
                    <a:lnTo>
                      <a:pt x="452514" y="452514"/>
                    </a:lnTo>
                    <a:lnTo>
                      <a:pt x="463725" y="444360"/>
                    </a:lnTo>
                    <a:lnTo>
                      <a:pt x="475955" y="455571"/>
                    </a:lnTo>
                    <a:lnTo>
                      <a:pt x="485127" y="363846"/>
                    </a:lnTo>
                    <a:close/>
                    <a:moveTo>
                      <a:pt x="139627" y="307791"/>
                    </a:moveTo>
                    <a:cubicBezTo>
                      <a:pt x="140986" y="316624"/>
                      <a:pt x="142854" y="323758"/>
                      <a:pt x="145232" y="329194"/>
                    </a:cubicBezTo>
                    <a:cubicBezTo>
                      <a:pt x="147610" y="334629"/>
                      <a:pt x="148460" y="349747"/>
                      <a:pt x="147780" y="374547"/>
                    </a:cubicBezTo>
                    <a:cubicBezTo>
                      <a:pt x="147101" y="399347"/>
                      <a:pt x="147780" y="421259"/>
                      <a:pt x="149819" y="440284"/>
                    </a:cubicBezTo>
                    <a:cubicBezTo>
                      <a:pt x="151857" y="459308"/>
                      <a:pt x="155594" y="477314"/>
                      <a:pt x="161030" y="494300"/>
                    </a:cubicBezTo>
                    <a:cubicBezTo>
                      <a:pt x="166465" y="511286"/>
                      <a:pt x="174109" y="529801"/>
                      <a:pt x="183961" y="549845"/>
                    </a:cubicBezTo>
                    <a:cubicBezTo>
                      <a:pt x="193813" y="569889"/>
                      <a:pt x="201457" y="583308"/>
                      <a:pt x="206893" y="590102"/>
                    </a:cubicBezTo>
                    <a:cubicBezTo>
                      <a:pt x="212328" y="596897"/>
                      <a:pt x="219802" y="605730"/>
                      <a:pt x="229314" y="616601"/>
                    </a:cubicBezTo>
                    <a:cubicBezTo>
                      <a:pt x="234071" y="622716"/>
                      <a:pt x="242394" y="628661"/>
                      <a:pt x="254284" y="634437"/>
                    </a:cubicBezTo>
                    <a:cubicBezTo>
                      <a:pt x="266175" y="640212"/>
                      <a:pt x="304394" y="642760"/>
                      <a:pt x="368941" y="642080"/>
                    </a:cubicBezTo>
                    <a:cubicBezTo>
                      <a:pt x="433489" y="641401"/>
                      <a:pt x="493620" y="644968"/>
                      <a:pt x="549335" y="652782"/>
                    </a:cubicBezTo>
                    <a:cubicBezTo>
                      <a:pt x="605050" y="660595"/>
                      <a:pt x="659746" y="661275"/>
                      <a:pt x="713422" y="654820"/>
                    </a:cubicBezTo>
                    <a:cubicBezTo>
                      <a:pt x="767099" y="648365"/>
                      <a:pt x="812962" y="641571"/>
                      <a:pt x="851011" y="634437"/>
                    </a:cubicBezTo>
                    <a:cubicBezTo>
                      <a:pt x="889060" y="627302"/>
                      <a:pt x="912331" y="623905"/>
                      <a:pt x="920825" y="624245"/>
                    </a:cubicBezTo>
                    <a:cubicBezTo>
                      <a:pt x="929318" y="624585"/>
                      <a:pt x="935942" y="624754"/>
                      <a:pt x="940698" y="624754"/>
                    </a:cubicBezTo>
                    <a:cubicBezTo>
                      <a:pt x="927789" y="630190"/>
                      <a:pt x="918447" y="633757"/>
                      <a:pt x="912671" y="635456"/>
                    </a:cubicBezTo>
                    <a:cubicBezTo>
                      <a:pt x="906896" y="637154"/>
                      <a:pt x="902140" y="639363"/>
                      <a:pt x="898403" y="642080"/>
                    </a:cubicBezTo>
                    <a:cubicBezTo>
                      <a:pt x="894666" y="644798"/>
                      <a:pt x="888721" y="649554"/>
                      <a:pt x="880567" y="656349"/>
                    </a:cubicBezTo>
                    <a:cubicBezTo>
                      <a:pt x="886682" y="657028"/>
                      <a:pt x="891099" y="657198"/>
                      <a:pt x="893816" y="656858"/>
                    </a:cubicBezTo>
                    <a:cubicBezTo>
                      <a:pt x="896534" y="656519"/>
                      <a:pt x="900441" y="655499"/>
                      <a:pt x="905537" y="653801"/>
                    </a:cubicBezTo>
                    <a:cubicBezTo>
                      <a:pt x="910633" y="652102"/>
                      <a:pt x="914200" y="651593"/>
                      <a:pt x="916238" y="652272"/>
                    </a:cubicBezTo>
                    <a:lnTo>
                      <a:pt x="897893" y="661445"/>
                    </a:lnTo>
                    <a:lnTo>
                      <a:pt x="893816" y="668579"/>
                    </a:lnTo>
                    <a:lnTo>
                      <a:pt x="876490" y="678771"/>
                    </a:lnTo>
                    <a:lnTo>
                      <a:pt x="908085" y="665521"/>
                    </a:lnTo>
                    <a:cubicBezTo>
                      <a:pt x="887701" y="685225"/>
                      <a:pt x="868337" y="706288"/>
                      <a:pt x="849992" y="728710"/>
                    </a:cubicBezTo>
                    <a:lnTo>
                      <a:pt x="845915" y="732787"/>
                    </a:lnTo>
                    <a:lnTo>
                      <a:pt x="838781" y="747055"/>
                    </a:lnTo>
                    <a:cubicBezTo>
                      <a:pt x="844217" y="747735"/>
                      <a:pt x="848123" y="748414"/>
                      <a:pt x="850501" y="749094"/>
                    </a:cubicBezTo>
                    <a:cubicBezTo>
                      <a:pt x="852880" y="749773"/>
                      <a:pt x="854918" y="749773"/>
                      <a:pt x="856617" y="749094"/>
                    </a:cubicBezTo>
                    <a:cubicBezTo>
                      <a:pt x="858315" y="748414"/>
                      <a:pt x="860184" y="747735"/>
                      <a:pt x="862222" y="747055"/>
                    </a:cubicBezTo>
                    <a:lnTo>
                      <a:pt x="862222" y="748075"/>
                    </a:lnTo>
                    <a:lnTo>
                      <a:pt x="857126" y="751132"/>
                    </a:lnTo>
                    <a:cubicBezTo>
                      <a:pt x="858485" y="754529"/>
                      <a:pt x="858145" y="758776"/>
                      <a:pt x="856107" y="763872"/>
                    </a:cubicBezTo>
                    <a:cubicBezTo>
                      <a:pt x="854069" y="768968"/>
                      <a:pt x="852200" y="772365"/>
                      <a:pt x="850501" y="774063"/>
                    </a:cubicBezTo>
                    <a:cubicBezTo>
                      <a:pt x="848803" y="775762"/>
                      <a:pt x="847954" y="777970"/>
                      <a:pt x="847954" y="780688"/>
                    </a:cubicBezTo>
                    <a:lnTo>
                      <a:pt x="878529" y="792918"/>
                    </a:lnTo>
                    <a:lnTo>
                      <a:pt x="878529" y="803110"/>
                    </a:lnTo>
                    <a:lnTo>
                      <a:pt x="862222" y="814321"/>
                    </a:lnTo>
                    <a:cubicBezTo>
                      <a:pt x="855427" y="821795"/>
                      <a:pt x="848973" y="829269"/>
                      <a:pt x="842858" y="836743"/>
                    </a:cubicBezTo>
                    <a:cubicBezTo>
                      <a:pt x="834704" y="840820"/>
                      <a:pt x="827910" y="844047"/>
                      <a:pt x="822474" y="846425"/>
                    </a:cubicBezTo>
                    <a:cubicBezTo>
                      <a:pt x="817039" y="848803"/>
                      <a:pt x="808376" y="851351"/>
                      <a:pt x="796485" y="854069"/>
                    </a:cubicBezTo>
                    <a:cubicBezTo>
                      <a:pt x="784595" y="856787"/>
                      <a:pt x="769987" y="857636"/>
                      <a:pt x="752661" y="856617"/>
                    </a:cubicBezTo>
                    <a:cubicBezTo>
                      <a:pt x="735335" y="855598"/>
                      <a:pt x="713762" y="845406"/>
                      <a:pt x="687943" y="826041"/>
                    </a:cubicBezTo>
                    <a:cubicBezTo>
                      <a:pt x="662124" y="806677"/>
                      <a:pt x="636305" y="793598"/>
                      <a:pt x="610486" y="786803"/>
                    </a:cubicBezTo>
                    <a:cubicBezTo>
                      <a:pt x="584667" y="780009"/>
                      <a:pt x="562075" y="775422"/>
                      <a:pt x="542711" y="773044"/>
                    </a:cubicBezTo>
                    <a:cubicBezTo>
                      <a:pt x="523346" y="770666"/>
                      <a:pt x="509587" y="769307"/>
                      <a:pt x="501434" y="768968"/>
                    </a:cubicBezTo>
                    <a:cubicBezTo>
                      <a:pt x="493281" y="768628"/>
                      <a:pt x="487166" y="767779"/>
                      <a:pt x="483089" y="766420"/>
                    </a:cubicBezTo>
                    <a:cubicBezTo>
                      <a:pt x="479012" y="765061"/>
                      <a:pt x="469670" y="763192"/>
                      <a:pt x="455062" y="760814"/>
                    </a:cubicBezTo>
                    <a:cubicBezTo>
                      <a:pt x="440453" y="758436"/>
                      <a:pt x="413955" y="752831"/>
                      <a:pt x="375566" y="743998"/>
                    </a:cubicBezTo>
                    <a:cubicBezTo>
                      <a:pt x="337177" y="735165"/>
                      <a:pt x="312547" y="732787"/>
                      <a:pt x="301676" y="736864"/>
                    </a:cubicBezTo>
                    <a:cubicBezTo>
                      <a:pt x="290805" y="740940"/>
                      <a:pt x="281122" y="743318"/>
                      <a:pt x="272629" y="743998"/>
                    </a:cubicBezTo>
                    <a:cubicBezTo>
                      <a:pt x="264136" y="744677"/>
                      <a:pt x="257172" y="744677"/>
                      <a:pt x="251736" y="743998"/>
                    </a:cubicBezTo>
                    <a:cubicBezTo>
                      <a:pt x="246301" y="743318"/>
                      <a:pt x="238827" y="741959"/>
                      <a:pt x="229314" y="739921"/>
                    </a:cubicBezTo>
                    <a:lnTo>
                      <a:pt x="221161" y="726672"/>
                    </a:lnTo>
                    <a:cubicBezTo>
                      <a:pt x="210290" y="725313"/>
                      <a:pt x="177506" y="719538"/>
                      <a:pt x="122811" y="709346"/>
                    </a:cubicBezTo>
                    <a:cubicBezTo>
                      <a:pt x="68115" y="699154"/>
                      <a:pt x="37030" y="693719"/>
                      <a:pt x="29556" y="693039"/>
                    </a:cubicBezTo>
                    <a:cubicBezTo>
                      <a:pt x="22082" y="692360"/>
                      <a:pt x="15627" y="691001"/>
                      <a:pt x="10192" y="688962"/>
                    </a:cubicBezTo>
                    <a:lnTo>
                      <a:pt x="16307" y="683867"/>
                    </a:lnTo>
                    <a:lnTo>
                      <a:pt x="9173" y="680809"/>
                    </a:lnTo>
                    <a:lnTo>
                      <a:pt x="15288" y="676732"/>
                    </a:lnTo>
                    <a:cubicBezTo>
                      <a:pt x="9852" y="675373"/>
                      <a:pt x="6115" y="672316"/>
                      <a:pt x="4077" y="667560"/>
                    </a:cubicBezTo>
                    <a:lnTo>
                      <a:pt x="0" y="658387"/>
                    </a:lnTo>
                    <a:cubicBezTo>
                      <a:pt x="25819" y="655669"/>
                      <a:pt x="44674" y="654820"/>
                      <a:pt x="56564" y="655839"/>
                    </a:cubicBezTo>
                    <a:cubicBezTo>
                      <a:pt x="68455" y="656858"/>
                      <a:pt x="79326" y="654480"/>
                      <a:pt x="89178" y="648705"/>
                    </a:cubicBezTo>
                    <a:cubicBezTo>
                      <a:pt x="99030" y="642930"/>
                      <a:pt x="108882" y="638853"/>
                      <a:pt x="118734" y="636475"/>
                    </a:cubicBezTo>
                    <a:cubicBezTo>
                      <a:pt x="128586" y="634097"/>
                      <a:pt x="143704" y="628831"/>
                      <a:pt x="164087" y="620678"/>
                    </a:cubicBezTo>
                    <a:cubicBezTo>
                      <a:pt x="157293" y="600974"/>
                      <a:pt x="151687" y="585856"/>
                      <a:pt x="147271" y="575324"/>
                    </a:cubicBezTo>
                    <a:cubicBezTo>
                      <a:pt x="142854" y="564793"/>
                      <a:pt x="139117" y="544749"/>
                      <a:pt x="136060" y="515193"/>
                    </a:cubicBezTo>
                    <a:cubicBezTo>
                      <a:pt x="133002" y="485637"/>
                      <a:pt x="130285" y="453873"/>
                      <a:pt x="127906" y="419900"/>
                    </a:cubicBezTo>
                    <a:cubicBezTo>
                      <a:pt x="125528" y="385928"/>
                      <a:pt x="126208" y="363506"/>
                      <a:pt x="129945" y="352635"/>
                    </a:cubicBezTo>
                    <a:cubicBezTo>
                      <a:pt x="133682" y="341763"/>
                      <a:pt x="136909" y="326816"/>
                      <a:pt x="139627" y="307791"/>
                    </a:cubicBezTo>
                    <a:close/>
                    <a:moveTo>
                      <a:pt x="754189" y="235430"/>
                    </a:moveTo>
                    <a:cubicBezTo>
                      <a:pt x="744677" y="236788"/>
                      <a:pt x="736694" y="237468"/>
                      <a:pt x="730239" y="237468"/>
                    </a:cubicBezTo>
                    <a:cubicBezTo>
                      <a:pt x="723784" y="237468"/>
                      <a:pt x="715291" y="239506"/>
                      <a:pt x="704760" y="243583"/>
                    </a:cubicBezTo>
                    <a:cubicBezTo>
                      <a:pt x="694228" y="247660"/>
                      <a:pt x="683017" y="249698"/>
                      <a:pt x="671127" y="249698"/>
                    </a:cubicBezTo>
                    <a:cubicBezTo>
                      <a:pt x="659236" y="249698"/>
                      <a:pt x="615921" y="263966"/>
                      <a:pt x="541182" y="292503"/>
                    </a:cubicBezTo>
                    <a:lnTo>
                      <a:pt x="541182" y="316963"/>
                    </a:lnTo>
                    <a:lnTo>
                      <a:pt x="590102" y="339385"/>
                    </a:lnTo>
                    <a:lnTo>
                      <a:pt x="591121" y="337347"/>
                    </a:lnTo>
                    <a:lnTo>
                      <a:pt x="580930" y="331232"/>
                    </a:lnTo>
                    <a:lnTo>
                      <a:pt x="580930" y="330213"/>
                    </a:lnTo>
                    <a:cubicBezTo>
                      <a:pt x="592480" y="334289"/>
                      <a:pt x="612864" y="342443"/>
                      <a:pt x="642080" y="354673"/>
                    </a:cubicBezTo>
                    <a:cubicBezTo>
                      <a:pt x="671297" y="366903"/>
                      <a:pt x="692020" y="375057"/>
                      <a:pt x="704250" y="379133"/>
                    </a:cubicBezTo>
                    <a:cubicBezTo>
                      <a:pt x="711044" y="369621"/>
                      <a:pt x="716650" y="361977"/>
                      <a:pt x="721066" y="356202"/>
                    </a:cubicBezTo>
                    <a:cubicBezTo>
                      <a:pt x="725483" y="350426"/>
                      <a:pt x="732107" y="337517"/>
                      <a:pt x="740940" y="317473"/>
                    </a:cubicBezTo>
                    <a:cubicBezTo>
                      <a:pt x="749773" y="297429"/>
                      <a:pt x="755379" y="282651"/>
                      <a:pt x="757757" y="273139"/>
                    </a:cubicBezTo>
                    <a:cubicBezTo>
                      <a:pt x="760135" y="263627"/>
                      <a:pt x="762343" y="251736"/>
                      <a:pt x="764381" y="237468"/>
                    </a:cubicBezTo>
                    <a:close/>
                    <a:moveTo>
                      <a:pt x="83572" y="124339"/>
                    </a:moveTo>
                    <a:cubicBezTo>
                      <a:pt x="84931" y="124339"/>
                      <a:pt x="85781" y="124339"/>
                      <a:pt x="86120" y="124339"/>
                    </a:cubicBezTo>
                    <a:cubicBezTo>
                      <a:pt x="86460" y="124339"/>
                      <a:pt x="92575" y="126717"/>
                      <a:pt x="104465" y="131474"/>
                    </a:cubicBezTo>
                    <a:cubicBezTo>
                      <a:pt x="116356" y="136230"/>
                      <a:pt x="125359" y="141665"/>
                      <a:pt x="131474" y="147780"/>
                    </a:cubicBezTo>
                    <a:cubicBezTo>
                      <a:pt x="137589" y="153896"/>
                      <a:pt x="147101" y="162728"/>
                      <a:pt x="160010" y="174279"/>
                    </a:cubicBezTo>
                    <a:cubicBezTo>
                      <a:pt x="165446" y="183791"/>
                      <a:pt x="169183" y="190246"/>
                      <a:pt x="171221" y="193643"/>
                    </a:cubicBezTo>
                    <a:cubicBezTo>
                      <a:pt x="173260" y="197041"/>
                      <a:pt x="173769" y="206213"/>
                      <a:pt x="172750" y="221161"/>
                    </a:cubicBezTo>
                    <a:cubicBezTo>
                      <a:pt x="171731" y="236109"/>
                      <a:pt x="170882" y="255813"/>
                      <a:pt x="170202" y="280273"/>
                    </a:cubicBezTo>
                    <a:cubicBezTo>
                      <a:pt x="167484" y="272120"/>
                      <a:pt x="165276" y="264986"/>
                      <a:pt x="163578" y="258871"/>
                    </a:cubicBezTo>
                    <a:cubicBezTo>
                      <a:pt x="161879" y="252755"/>
                      <a:pt x="133852" y="218783"/>
                      <a:pt x="79496" y="156953"/>
                    </a:cubicBezTo>
                    <a:cubicBezTo>
                      <a:pt x="84252" y="146761"/>
                      <a:pt x="85611" y="135890"/>
                      <a:pt x="83572" y="124339"/>
                    </a:cubicBezTo>
                    <a:close/>
                    <a:moveTo>
                      <a:pt x="452514" y="0"/>
                    </a:moveTo>
                    <a:cubicBezTo>
                      <a:pt x="478333" y="8833"/>
                      <a:pt x="497018" y="14608"/>
                      <a:pt x="508568" y="17326"/>
                    </a:cubicBezTo>
                    <a:cubicBezTo>
                      <a:pt x="520119" y="20044"/>
                      <a:pt x="528612" y="23441"/>
                      <a:pt x="534048" y="27518"/>
                    </a:cubicBezTo>
                    <a:cubicBezTo>
                      <a:pt x="539483" y="31594"/>
                      <a:pt x="547297" y="36690"/>
                      <a:pt x="557489" y="42805"/>
                    </a:cubicBezTo>
                    <a:cubicBezTo>
                      <a:pt x="564963" y="52318"/>
                      <a:pt x="570738" y="58942"/>
                      <a:pt x="574815" y="62679"/>
                    </a:cubicBezTo>
                    <a:cubicBezTo>
                      <a:pt x="578891" y="66416"/>
                      <a:pt x="582119" y="72192"/>
                      <a:pt x="584497" y="80005"/>
                    </a:cubicBezTo>
                    <a:cubicBezTo>
                      <a:pt x="586875" y="87819"/>
                      <a:pt x="587215" y="95123"/>
                      <a:pt x="585516" y="101918"/>
                    </a:cubicBezTo>
                    <a:cubicBezTo>
                      <a:pt x="583817" y="108712"/>
                      <a:pt x="581779" y="114148"/>
                      <a:pt x="579401" y="118224"/>
                    </a:cubicBezTo>
                    <a:cubicBezTo>
                      <a:pt x="577023" y="122301"/>
                      <a:pt x="573116" y="128076"/>
                      <a:pt x="567680" y="135550"/>
                    </a:cubicBezTo>
                    <a:cubicBezTo>
                      <a:pt x="556809" y="144383"/>
                      <a:pt x="548656" y="151178"/>
                      <a:pt x="543220" y="155934"/>
                    </a:cubicBezTo>
                    <a:cubicBezTo>
                      <a:pt x="537785" y="160690"/>
                      <a:pt x="530990" y="162559"/>
                      <a:pt x="522837" y="161539"/>
                    </a:cubicBezTo>
                    <a:cubicBezTo>
                      <a:pt x="514683" y="160520"/>
                      <a:pt x="506530" y="160180"/>
                      <a:pt x="498377" y="160520"/>
                    </a:cubicBezTo>
                    <a:cubicBezTo>
                      <a:pt x="490223" y="160860"/>
                      <a:pt x="484788" y="162049"/>
                      <a:pt x="482070" y="164087"/>
                    </a:cubicBezTo>
                    <a:cubicBezTo>
                      <a:pt x="479352" y="166126"/>
                      <a:pt x="475275" y="167485"/>
                      <a:pt x="469840" y="168164"/>
                    </a:cubicBezTo>
                    <a:lnTo>
                      <a:pt x="467801" y="165106"/>
                    </a:lnTo>
                    <a:cubicBezTo>
                      <a:pt x="462366" y="164427"/>
                      <a:pt x="458119" y="163578"/>
                      <a:pt x="455062" y="162559"/>
                    </a:cubicBezTo>
                    <a:cubicBezTo>
                      <a:pt x="452004" y="161539"/>
                      <a:pt x="448267" y="162049"/>
                      <a:pt x="443851" y="164087"/>
                    </a:cubicBezTo>
                    <a:cubicBezTo>
                      <a:pt x="439434" y="166126"/>
                      <a:pt x="436207" y="168164"/>
                      <a:pt x="434169" y="170202"/>
                    </a:cubicBezTo>
                    <a:cubicBezTo>
                      <a:pt x="432130" y="172241"/>
                      <a:pt x="429073" y="174279"/>
                      <a:pt x="424996" y="176317"/>
                    </a:cubicBezTo>
                    <a:cubicBezTo>
                      <a:pt x="418881" y="174958"/>
                      <a:pt x="413615" y="173769"/>
                      <a:pt x="409199" y="172750"/>
                    </a:cubicBezTo>
                    <a:cubicBezTo>
                      <a:pt x="404782" y="171731"/>
                      <a:pt x="397138" y="173090"/>
                      <a:pt x="386267" y="176827"/>
                    </a:cubicBezTo>
                    <a:cubicBezTo>
                      <a:pt x="375396" y="180564"/>
                      <a:pt x="366903" y="184980"/>
                      <a:pt x="360788" y="190076"/>
                    </a:cubicBezTo>
                    <a:cubicBezTo>
                      <a:pt x="354673" y="195172"/>
                      <a:pt x="345500" y="201797"/>
                      <a:pt x="333270" y="209950"/>
                    </a:cubicBezTo>
                    <a:lnTo>
                      <a:pt x="330213" y="206893"/>
                    </a:lnTo>
                    <a:lnTo>
                      <a:pt x="315944" y="221161"/>
                    </a:lnTo>
                    <a:cubicBezTo>
                      <a:pt x="332930" y="229314"/>
                      <a:pt x="348558" y="238827"/>
                      <a:pt x="362826" y="249698"/>
                    </a:cubicBezTo>
                    <a:cubicBezTo>
                      <a:pt x="370980" y="261249"/>
                      <a:pt x="376925" y="269572"/>
                      <a:pt x="380662" y="274668"/>
                    </a:cubicBezTo>
                    <a:cubicBezTo>
                      <a:pt x="384399" y="279764"/>
                      <a:pt x="387456" y="289446"/>
                      <a:pt x="389834" y="303714"/>
                    </a:cubicBezTo>
                    <a:cubicBezTo>
                      <a:pt x="392212" y="317983"/>
                      <a:pt x="393402" y="334629"/>
                      <a:pt x="393402" y="353654"/>
                    </a:cubicBezTo>
                    <a:cubicBezTo>
                      <a:pt x="393402" y="372678"/>
                      <a:pt x="392382" y="387287"/>
                      <a:pt x="390344" y="397478"/>
                    </a:cubicBezTo>
                    <a:cubicBezTo>
                      <a:pt x="388306" y="407670"/>
                      <a:pt x="385928" y="423297"/>
                      <a:pt x="383210" y="444360"/>
                    </a:cubicBezTo>
                    <a:lnTo>
                      <a:pt x="387286" y="442322"/>
                    </a:lnTo>
                    <a:cubicBezTo>
                      <a:pt x="461346" y="364185"/>
                      <a:pt x="497867" y="309999"/>
                      <a:pt x="496848" y="279764"/>
                    </a:cubicBezTo>
                    <a:cubicBezTo>
                      <a:pt x="495829" y="249528"/>
                      <a:pt x="493281" y="231693"/>
                      <a:pt x="489204" y="226257"/>
                    </a:cubicBezTo>
                    <a:cubicBezTo>
                      <a:pt x="485127" y="220821"/>
                      <a:pt x="482919" y="216745"/>
                      <a:pt x="482579" y="214027"/>
                    </a:cubicBezTo>
                    <a:cubicBezTo>
                      <a:pt x="482240" y="211309"/>
                      <a:pt x="482070" y="207232"/>
                      <a:pt x="482070" y="201797"/>
                    </a:cubicBezTo>
                    <a:lnTo>
                      <a:pt x="486146" y="198739"/>
                    </a:lnTo>
                    <a:cubicBezTo>
                      <a:pt x="494300" y="200778"/>
                      <a:pt x="500245" y="202306"/>
                      <a:pt x="503982" y="203325"/>
                    </a:cubicBezTo>
                    <a:cubicBezTo>
                      <a:pt x="507719" y="204345"/>
                      <a:pt x="511286" y="205873"/>
                      <a:pt x="514683" y="207912"/>
                    </a:cubicBezTo>
                    <a:cubicBezTo>
                      <a:pt x="518081" y="209950"/>
                      <a:pt x="523856" y="213347"/>
                      <a:pt x="532009" y="218104"/>
                    </a:cubicBezTo>
                    <a:lnTo>
                      <a:pt x="533028" y="231353"/>
                    </a:lnTo>
                    <a:cubicBezTo>
                      <a:pt x="553412" y="221841"/>
                      <a:pt x="580760" y="209441"/>
                      <a:pt x="615072" y="194153"/>
                    </a:cubicBezTo>
                    <a:cubicBezTo>
                      <a:pt x="649384" y="178865"/>
                      <a:pt x="677072" y="170032"/>
                      <a:pt x="698135" y="167654"/>
                    </a:cubicBezTo>
                    <a:cubicBezTo>
                      <a:pt x="719198" y="165276"/>
                      <a:pt x="736354" y="161200"/>
                      <a:pt x="749603" y="155424"/>
                    </a:cubicBezTo>
                    <a:cubicBezTo>
                      <a:pt x="762852" y="149649"/>
                      <a:pt x="773384" y="149479"/>
                      <a:pt x="781198" y="154915"/>
                    </a:cubicBezTo>
                    <a:cubicBezTo>
                      <a:pt x="789011" y="160350"/>
                      <a:pt x="795806" y="162219"/>
                      <a:pt x="801581" y="160520"/>
                    </a:cubicBezTo>
                    <a:cubicBezTo>
                      <a:pt x="807356" y="158822"/>
                      <a:pt x="814321" y="161030"/>
                      <a:pt x="822474" y="167145"/>
                    </a:cubicBezTo>
                    <a:cubicBezTo>
                      <a:pt x="830628" y="173260"/>
                      <a:pt x="844896" y="181753"/>
                      <a:pt x="865280" y="192624"/>
                    </a:cubicBezTo>
                    <a:cubicBezTo>
                      <a:pt x="869356" y="200778"/>
                      <a:pt x="873093" y="205873"/>
                      <a:pt x="876490" y="207912"/>
                    </a:cubicBezTo>
                    <a:cubicBezTo>
                      <a:pt x="879888" y="209950"/>
                      <a:pt x="881586" y="213177"/>
                      <a:pt x="881586" y="217594"/>
                    </a:cubicBezTo>
                    <a:cubicBezTo>
                      <a:pt x="881586" y="222010"/>
                      <a:pt x="882606" y="228975"/>
                      <a:pt x="884644" y="238487"/>
                    </a:cubicBezTo>
                    <a:lnTo>
                      <a:pt x="871395" y="254794"/>
                    </a:lnTo>
                    <a:lnTo>
                      <a:pt x="851011" y="266005"/>
                    </a:lnTo>
                    <a:cubicBezTo>
                      <a:pt x="820436" y="331232"/>
                      <a:pt x="798014" y="378454"/>
                      <a:pt x="783746" y="407670"/>
                    </a:cubicBezTo>
                    <a:cubicBezTo>
                      <a:pt x="769477" y="436886"/>
                      <a:pt x="757247" y="459648"/>
                      <a:pt x="747055" y="475955"/>
                    </a:cubicBezTo>
                    <a:lnTo>
                      <a:pt x="714442" y="492262"/>
                    </a:lnTo>
                    <a:lnTo>
                      <a:pt x="689981" y="518760"/>
                    </a:lnTo>
                    <a:lnTo>
                      <a:pt x="673675" y="511626"/>
                    </a:lnTo>
                    <a:lnTo>
                      <a:pt x="657368" y="519779"/>
                    </a:lnTo>
                    <a:lnTo>
                      <a:pt x="620678" y="487166"/>
                    </a:lnTo>
                    <a:lnTo>
                      <a:pt x="633927" y="487166"/>
                    </a:lnTo>
                    <a:cubicBezTo>
                      <a:pt x="633247" y="482410"/>
                      <a:pt x="632568" y="479012"/>
                      <a:pt x="631888" y="476974"/>
                    </a:cubicBezTo>
                    <a:cubicBezTo>
                      <a:pt x="631209" y="474936"/>
                      <a:pt x="631379" y="472897"/>
                      <a:pt x="632398" y="470859"/>
                    </a:cubicBezTo>
                    <a:cubicBezTo>
                      <a:pt x="633417" y="468821"/>
                      <a:pt x="634436" y="466103"/>
                      <a:pt x="635456" y="462706"/>
                    </a:cubicBezTo>
                    <a:cubicBezTo>
                      <a:pt x="636475" y="459308"/>
                      <a:pt x="636645" y="454552"/>
                      <a:pt x="635965" y="448437"/>
                    </a:cubicBezTo>
                    <a:cubicBezTo>
                      <a:pt x="635286" y="442322"/>
                      <a:pt x="634097" y="438415"/>
                      <a:pt x="632398" y="436717"/>
                    </a:cubicBezTo>
                    <a:cubicBezTo>
                      <a:pt x="630699" y="435018"/>
                      <a:pt x="627472" y="431791"/>
                      <a:pt x="622716" y="427034"/>
                    </a:cubicBezTo>
                    <a:cubicBezTo>
                      <a:pt x="626793" y="430432"/>
                      <a:pt x="631888" y="430771"/>
                      <a:pt x="638004" y="428054"/>
                    </a:cubicBezTo>
                    <a:cubicBezTo>
                      <a:pt x="635965" y="426695"/>
                      <a:pt x="634776" y="425336"/>
                      <a:pt x="634436" y="423977"/>
                    </a:cubicBezTo>
                    <a:cubicBezTo>
                      <a:pt x="634097" y="422618"/>
                      <a:pt x="634097" y="421259"/>
                      <a:pt x="634436" y="419900"/>
                    </a:cubicBezTo>
                    <a:cubicBezTo>
                      <a:pt x="634776" y="418541"/>
                      <a:pt x="635625" y="415824"/>
                      <a:pt x="636984" y="411747"/>
                    </a:cubicBezTo>
                    <a:lnTo>
                      <a:pt x="632908" y="413785"/>
                    </a:lnTo>
                    <a:lnTo>
                      <a:pt x="630869" y="409708"/>
                    </a:lnTo>
                    <a:lnTo>
                      <a:pt x="621697" y="406651"/>
                    </a:lnTo>
                    <a:cubicBezTo>
                      <a:pt x="618979" y="401895"/>
                      <a:pt x="618979" y="397818"/>
                      <a:pt x="621697" y="394421"/>
                    </a:cubicBezTo>
                    <a:lnTo>
                      <a:pt x="612524" y="394421"/>
                    </a:lnTo>
                    <a:lnTo>
                      <a:pt x="607428" y="387287"/>
                    </a:lnTo>
                    <a:lnTo>
                      <a:pt x="600294" y="381172"/>
                    </a:lnTo>
                    <a:lnTo>
                      <a:pt x="608447" y="377095"/>
                    </a:lnTo>
                    <a:lnTo>
                      <a:pt x="613543" y="369961"/>
                    </a:lnTo>
                    <a:cubicBezTo>
                      <a:pt x="604710" y="362487"/>
                      <a:pt x="598426" y="357051"/>
                      <a:pt x="594689" y="353654"/>
                    </a:cubicBezTo>
                    <a:cubicBezTo>
                      <a:pt x="590952" y="350257"/>
                      <a:pt x="586875" y="347539"/>
                      <a:pt x="582458" y="345500"/>
                    </a:cubicBezTo>
                    <a:cubicBezTo>
                      <a:pt x="578042" y="343462"/>
                      <a:pt x="571417" y="339725"/>
                      <a:pt x="562585" y="334289"/>
                    </a:cubicBezTo>
                    <a:lnTo>
                      <a:pt x="562585" y="330213"/>
                    </a:lnTo>
                    <a:lnTo>
                      <a:pt x="556470" y="332251"/>
                    </a:lnTo>
                    <a:lnTo>
                      <a:pt x="556470" y="329194"/>
                    </a:lnTo>
                    <a:lnTo>
                      <a:pt x="559527" y="328174"/>
                    </a:lnTo>
                    <a:lnTo>
                      <a:pt x="543220" y="320021"/>
                    </a:lnTo>
                    <a:cubicBezTo>
                      <a:pt x="543220" y="379813"/>
                      <a:pt x="545598" y="438925"/>
                      <a:pt x="550354" y="497357"/>
                    </a:cubicBezTo>
                    <a:lnTo>
                      <a:pt x="556470" y="497357"/>
                    </a:lnTo>
                    <a:lnTo>
                      <a:pt x="550354" y="503473"/>
                    </a:lnTo>
                    <a:cubicBezTo>
                      <a:pt x="556470" y="536086"/>
                      <a:pt x="558848" y="568700"/>
                      <a:pt x="557489" y="601313"/>
                    </a:cubicBezTo>
                    <a:lnTo>
                      <a:pt x="539144" y="611505"/>
                    </a:lnTo>
                    <a:lnTo>
                      <a:pt x="529971" y="621697"/>
                    </a:lnTo>
                    <a:cubicBezTo>
                      <a:pt x="523176" y="625774"/>
                      <a:pt x="516722" y="628152"/>
                      <a:pt x="510607" y="628831"/>
                    </a:cubicBezTo>
                    <a:lnTo>
                      <a:pt x="505511" y="613543"/>
                    </a:lnTo>
                    <a:lnTo>
                      <a:pt x="493281" y="613543"/>
                    </a:lnTo>
                    <a:cubicBezTo>
                      <a:pt x="487845" y="606749"/>
                      <a:pt x="483598" y="601313"/>
                      <a:pt x="480541" y="597237"/>
                    </a:cubicBezTo>
                    <a:cubicBezTo>
                      <a:pt x="477483" y="593160"/>
                      <a:pt x="474766" y="584837"/>
                      <a:pt x="472388" y="572267"/>
                    </a:cubicBezTo>
                    <a:cubicBezTo>
                      <a:pt x="470010" y="559697"/>
                      <a:pt x="465763" y="548656"/>
                      <a:pt x="459648" y="539144"/>
                    </a:cubicBezTo>
                    <a:cubicBezTo>
                      <a:pt x="453533" y="529631"/>
                      <a:pt x="450475" y="522667"/>
                      <a:pt x="450475" y="518251"/>
                    </a:cubicBezTo>
                    <a:cubicBezTo>
                      <a:pt x="450475" y="513834"/>
                      <a:pt x="450815" y="510097"/>
                      <a:pt x="451494" y="507040"/>
                    </a:cubicBezTo>
                    <a:cubicBezTo>
                      <a:pt x="452174" y="503982"/>
                      <a:pt x="453873" y="498037"/>
                      <a:pt x="456590" y="489204"/>
                    </a:cubicBezTo>
                    <a:cubicBezTo>
                      <a:pt x="431451" y="523856"/>
                      <a:pt x="404952" y="555790"/>
                      <a:pt x="377095" y="585007"/>
                    </a:cubicBezTo>
                    <a:lnTo>
                      <a:pt x="355692" y="595198"/>
                    </a:lnTo>
                    <a:cubicBezTo>
                      <a:pt x="333270" y="574135"/>
                      <a:pt x="314585" y="550694"/>
                      <a:pt x="299637" y="524875"/>
                    </a:cubicBezTo>
                    <a:lnTo>
                      <a:pt x="302695" y="511626"/>
                    </a:lnTo>
                    <a:cubicBezTo>
                      <a:pt x="300657" y="507549"/>
                      <a:pt x="298788" y="504831"/>
                      <a:pt x="297089" y="503473"/>
                    </a:cubicBezTo>
                    <a:cubicBezTo>
                      <a:pt x="295391" y="502114"/>
                      <a:pt x="294711" y="497867"/>
                      <a:pt x="295051" y="490733"/>
                    </a:cubicBezTo>
                    <a:cubicBezTo>
                      <a:pt x="295391" y="483599"/>
                      <a:pt x="296240" y="475275"/>
                      <a:pt x="297599" y="465763"/>
                    </a:cubicBezTo>
                    <a:lnTo>
                      <a:pt x="311868" y="452514"/>
                    </a:lnTo>
                    <a:cubicBezTo>
                      <a:pt x="315265" y="443001"/>
                      <a:pt x="318322" y="435188"/>
                      <a:pt x="321040" y="429073"/>
                    </a:cubicBezTo>
                    <a:cubicBezTo>
                      <a:pt x="323758" y="422958"/>
                      <a:pt x="326306" y="407500"/>
                      <a:pt x="328684" y="382700"/>
                    </a:cubicBezTo>
                    <a:cubicBezTo>
                      <a:pt x="331062" y="357900"/>
                      <a:pt x="331572" y="336498"/>
                      <a:pt x="330213" y="318492"/>
                    </a:cubicBezTo>
                    <a:cubicBezTo>
                      <a:pt x="328854" y="300487"/>
                      <a:pt x="326306" y="289616"/>
                      <a:pt x="322569" y="285879"/>
                    </a:cubicBezTo>
                    <a:cubicBezTo>
                      <a:pt x="318832" y="282142"/>
                      <a:pt x="314246" y="276876"/>
                      <a:pt x="308810" y="270081"/>
                    </a:cubicBezTo>
                    <a:cubicBezTo>
                      <a:pt x="282311" y="266684"/>
                      <a:pt x="262777" y="264646"/>
                      <a:pt x="250207" y="263966"/>
                    </a:cubicBezTo>
                    <a:cubicBezTo>
                      <a:pt x="237638" y="263287"/>
                      <a:pt x="229654" y="262268"/>
                      <a:pt x="226257" y="260909"/>
                    </a:cubicBezTo>
                    <a:cubicBezTo>
                      <a:pt x="222860" y="259550"/>
                      <a:pt x="218783" y="257851"/>
                      <a:pt x="214027" y="255813"/>
                    </a:cubicBezTo>
                    <a:lnTo>
                      <a:pt x="209950" y="243583"/>
                    </a:lnTo>
                    <a:cubicBezTo>
                      <a:pt x="203835" y="244942"/>
                      <a:pt x="198060" y="244262"/>
                      <a:pt x="192624" y="241545"/>
                    </a:cubicBezTo>
                    <a:lnTo>
                      <a:pt x="192624" y="238487"/>
                    </a:lnTo>
                    <a:lnTo>
                      <a:pt x="218103" y="210969"/>
                    </a:lnTo>
                    <a:cubicBezTo>
                      <a:pt x="226257" y="207572"/>
                      <a:pt x="231692" y="204684"/>
                      <a:pt x="234410" y="202306"/>
                    </a:cubicBezTo>
                    <a:cubicBezTo>
                      <a:pt x="237128" y="199928"/>
                      <a:pt x="241544" y="198569"/>
                      <a:pt x="247660" y="198230"/>
                    </a:cubicBezTo>
                    <a:cubicBezTo>
                      <a:pt x="253775" y="197890"/>
                      <a:pt x="268383" y="191265"/>
                      <a:pt x="291484" y="178356"/>
                    </a:cubicBezTo>
                    <a:cubicBezTo>
                      <a:pt x="314585" y="165446"/>
                      <a:pt x="332930" y="153556"/>
                      <a:pt x="346519" y="142685"/>
                    </a:cubicBezTo>
                    <a:cubicBezTo>
                      <a:pt x="360108" y="131813"/>
                      <a:pt x="378454" y="115846"/>
                      <a:pt x="401555" y="94783"/>
                    </a:cubicBezTo>
                    <a:lnTo>
                      <a:pt x="436207" y="57074"/>
                    </a:lnTo>
                    <a:lnTo>
                      <a:pt x="434169" y="50959"/>
                    </a:lnTo>
                    <a:lnTo>
                      <a:pt x="396459" y="15288"/>
                    </a:lnTo>
                    <a:lnTo>
                      <a:pt x="400536" y="917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4D7BA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8000">
                  <a:solidFill>
                    <a:schemeClr val="bg1"/>
                  </a:solidFill>
                  <a:latin typeface="汉仪尚巍手书W" panose="00020600040101010101" pitchFamily="18" charset="-122"/>
                  <a:ea typeface="汉仪尚巍手书W" panose="00020600040101010101" pitchFamily="18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5950488" y="1946217"/>
                <a:ext cx="1207028" cy="1102533"/>
              </a:xfrm>
              <a:custGeom>
                <a:avLst/>
                <a:gdLst/>
                <a:ahLst/>
                <a:cxnLst/>
                <a:rect l="l" t="t" r="r" b="b"/>
                <a:pathLst>
                  <a:path w="1207028" h="1102533">
                    <a:moveTo>
                      <a:pt x="244830" y="811730"/>
                    </a:moveTo>
                    <a:cubicBezTo>
                      <a:pt x="233172" y="824361"/>
                      <a:pt x="225399" y="837962"/>
                      <a:pt x="221513" y="852535"/>
                    </a:cubicBezTo>
                    <a:lnTo>
                      <a:pt x="224428" y="851078"/>
                    </a:lnTo>
                    <a:cubicBezTo>
                      <a:pt x="231229" y="838448"/>
                      <a:pt x="238515" y="825332"/>
                      <a:pt x="246288" y="811730"/>
                    </a:cubicBezTo>
                    <a:close/>
                    <a:moveTo>
                      <a:pt x="362874" y="788122"/>
                    </a:moveTo>
                    <a:lnTo>
                      <a:pt x="362874" y="791328"/>
                    </a:lnTo>
                    <a:lnTo>
                      <a:pt x="357044" y="797157"/>
                    </a:lnTo>
                    <a:lnTo>
                      <a:pt x="354130" y="801529"/>
                    </a:lnTo>
                    <a:cubicBezTo>
                      <a:pt x="356801" y="797400"/>
                      <a:pt x="359291" y="793575"/>
                      <a:pt x="361598" y="790053"/>
                    </a:cubicBezTo>
                    <a:close/>
                    <a:moveTo>
                      <a:pt x="362874" y="786956"/>
                    </a:moveTo>
                    <a:lnTo>
                      <a:pt x="363643" y="786956"/>
                    </a:lnTo>
                    <a:lnTo>
                      <a:pt x="362874" y="788122"/>
                    </a:lnTo>
                    <a:close/>
                    <a:moveTo>
                      <a:pt x="266690" y="773840"/>
                    </a:moveTo>
                    <a:lnTo>
                      <a:pt x="246288" y="805901"/>
                    </a:lnTo>
                    <a:lnTo>
                      <a:pt x="249202" y="804444"/>
                    </a:lnTo>
                    <a:cubicBezTo>
                      <a:pt x="255031" y="793757"/>
                      <a:pt x="259404" y="786713"/>
                      <a:pt x="262318" y="783313"/>
                    </a:cubicBezTo>
                    <a:cubicBezTo>
                      <a:pt x="265233" y="779912"/>
                      <a:pt x="266690" y="777726"/>
                      <a:pt x="266690" y="776755"/>
                    </a:cubicBezTo>
                    <a:cubicBezTo>
                      <a:pt x="266690" y="775783"/>
                      <a:pt x="266690" y="774812"/>
                      <a:pt x="266690" y="773840"/>
                    </a:cubicBezTo>
                    <a:close/>
                    <a:moveTo>
                      <a:pt x="279806" y="751980"/>
                    </a:moveTo>
                    <a:cubicBezTo>
                      <a:pt x="277863" y="754895"/>
                      <a:pt x="275920" y="757324"/>
                      <a:pt x="273977" y="759267"/>
                    </a:cubicBezTo>
                    <a:cubicBezTo>
                      <a:pt x="272034" y="761210"/>
                      <a:pt x="271062" y="762667"/>
                      <a:pt x="271062" y="763639"/>
                    </a:cubicBezTo>
                    <a:cubicBezTo>
                      <a:pt x="271062" y="764610"/>
                      <a:pt x="271062" y="766068"/>
                      <a:pt x="271062" y="768011"/>
                    </a:cubicBezTo>
                    <a:lnTo>
                      <a:pt x="279806" y="753437"/>
                    </a:lnTo>
                    <a:close/>
                    <a:moveTo>
                      <a:pt x="402221" y="728663"/>
                    </a:moveTo>
                    <a:cubicBezTo>
                      <a:pt x="397364" y="732549"/>
                      <a:pt x="393963" y="735950"/>
                      <a:pt x="392020" y="738864"/>
                    </a:cubicBezTo>
                    <a:cubicBezTo>
                      <a:pt x="390077" y="741779"/>
                      <a:pt x="389105" y="744208"/>
                      <a:pt x="389105" y="746151"/>
                    </a:cubicBezTo>
                    <a:cubicBezTo>
                      <a:pt x="391049" y="746151"/>
                      <a:pt x="393477" y="745665"/>
                      <a:pt x="396392" y="744693"/>
                    </a:cubicBezTo>
                    <a:lnTo>
                      <a:pt x="394935" y="741779"/>
                    </a:lnTo>
                    <a:close/>
                    <a:moveTo>
                      <a:pt x="447663" y="682823"/>
                    </a:moveTo>
                    <a:lnTo>
                      <a:pt x="450313" y="683486"/>
                    </a:lnTo>
                    <a:lnTo>
                      <a:pt x="448856" y="686400"/>
                    </a:lnTo>
                    <a:close/>
                    <a:moveTo>
                      <a:pt x="447398" y="682028"/>
                    </a:moveTo>
                    <a:lnTo>
                      <a:pt x="447663" y="682823"/>
                    </a:lnTo>
                    <a:lnTo>
                      <a:pt x="446511" y="682535"/>
                    </a:lnTo>
                    <a:close/>
                    <a:moveTo>
                      <a:pt x="1087164" y="628107"/>
                    </a:moveTo>
                    <a:lnTo>
                      <a:pt x="1088621" y="629565"/>
                    </a:lnTo>
                    <a:lnTo>
                      <a:pt x="1085707" y="632479"/>
                    </a:lnTo>
                    <a:close/>
                    <a:moveTo>
                      <a:pt x="1161488" y="533381"/>
                    </a:moveTo>
                    <a:cubicBezTo>
                      <a:pt x="1161488" y="552812"/>
                      <a:pt x="1161731" y="566657"/>
                      <a:pt x="1162216" y="574915"/>
                    </a:cubicBezTo>
                    <a:cubicBezTo>
                      <a:pt x="1162702" y="583173"/>
                      <a:pt x="1162702" y="591431"/>
                      <a:pt x="1162216" y="599690"/>
                    </a:cubicBezTo>
                    <a:cubicBezTo>
                      <a:pt x="1161731" y="607948"/>
                      <a:pt x="1161245" y="613534"/>
                      <a:pt x="1160759" y="616449"/>
                    </a:cubicBezTo>
                    <a:cubicBezTo>
                      <a:pt x="1160273" y="619363"/>
                      <a:pt x="1160030" y="623735"/>
                      <a:pt x="1160030" y="629565"/>
                    </a:cubicBezTo>
                    <a:cubicBezTo>
                      <a:pt x="1159059" y="597504"/>
                      <a:pt x="1159545" y="565442"/>
                      <a:pt x="1161488" y="533381"/>
                    </a:cubicBezTo>
                    <a:close/>
                    <a:moveTo>
                      <a:pt x="1122140" y="518808"/>
                    </a:moveTo>
                    <a:cubicBezTo>
                      <a:pt x="1121168" y="535324"/>
                      <a:pt x="1120197" y="547226"/>
                      <a:pt x="1119225" y="554513"/>
                    </a:cubicBezTo>
                    <a:cubicBezTo>
                      <a:pt x="1118254" y="561799"/>
                      <a:pt x="1118011" y="566171"/>
                      <a:pt x="1118497" y="567628"/>
                    </a:cubicBezTo>
                    <a:cubicBezTo>
                      <a:pt x="1118982" y="569086"/>
                      <a:pt x="1119225" y="570300"/>
                      <a:pt x="1119225" y="571272"/>
                    </a:cubicBezTo>
                    <a:cubicBezTo>
                      <a:pt x="1121168" y="552812"/>
                      <a:pt x="1123111" y="540182"/>
                      <a:pt x="1125054" y="533381"/>
                    </a:cubicBezTo>
                    <a:cubicBezTo>
                      <a:pt x="1126997" y="526580"/>
                      <a:pt x="1127726" y="522694"/>
                      <a:pt x="1127240" y="521723"/>
                    </a:cubicBezTo>
                    <a:cubicBezTo>
                      <a:pt x="1126755" y="520751"/>
                      <a:pt x="1126026" y="519780"/>
                      <a:pt x="1125054" y="518808"/>
                    </a:cubicBezTo>
                    <a:close/>
                    <a:moveTo>
                      <a:pt x="1061576" y="515910"/>
                    </a:moveTo>
                    <a:lnTo>
                      <a:pt x="1061376" y="518956"/>
                    </a:lnTo>
                    <a:lnTo>
                      <a:pt x="1060932" y="518808"/>
                    </a:lnTo>
                    <a:close/>
                    <a:moveTo>
                      <a:pt x="1056684" y="490097"/>
                    </a:moveTo>
                    <a:lnTo>
                      <a:pt x="1056253" y="494478"/>
                    </a:lnTo>
                    <a:lnTo>
                      <a:pt x="1055967" y="497236"/>
                    </a:lnTo>
                    <a:lnTo>
                      <a:pt x="1055103" y="496948"/>
                    </a:lnTo>
                    <a:close/>
                    <a:moveTo>
                      <a:pt x="1091536" y="489662"/>
                    </a:moveTo>
                    <a:cubicBezTo>
                      <a:pt x="1089593" y="499377"/>
                      <a:pt x="1088136" y="505449"/>
                      <a:pt x="1087164" y="507878"/>
                    </a:cubicBezTo>
                    <a:cubicBezTo>
                      <a:pt x="1086192" y="510307"/>
                      <a:pt x="1085950" y="512493"/>
                      <a:pt x="1086435" y="514436"/>
                    </a:cubicBezTo>
                    <a:cubicBezTo>
                      <a:pt x="1086921" y="516379"/>
                      <a:pt x="1087650" y="518808"/>
                      <a:pt x="1088621" y="521723"/>
                    </a:cubicBezTo>
                    <a:cubicBezTo>
                      <a:pt x="1090564" y="518808"/>
                      <a:pt x="1091779" y="516379"/>
                      <a:pt x="1092265" y="514436"/>
                    </a:cubicBezTo>
                    <a:cubicBezTo>
                      <a:pt x="1092750" y="512493"/>
                      <a:pt x="1092750" y="510064"/>
                      <a:pt x="1092265" y="507149"/>
                    </a:cubicBezTo>
                    <a:cubicBezTo>
                      <a:pt x="1091779" y="504235"/>
                      <a:pt x="1091779" y="502292"/>
                      <a:pt x="1092265" y="501320"/>
                    </a:cubicBezTo>
                    <a:cubicBezTo>
                      <a:pt x="1092750" y="500349"/>
                      <a:pt x="1093479" y="499377"/>
                      <a:pt x="1094451" y="498406"/>
                    </a:cubicBezTo>
                    <a:lnTo>
                      <a:pt x="1091536" y="492576"/>
                    </a:lnTo>
                    <a:close/>
                    <a:moveTo>
                      <a:pt x="1058018" y="476546"/>
                    </a:moveTo>
                    <a:lnTo>
                      <a:pt x="1059475" y="478003"/>
                    </a:lnTo>
                    <a:lnTo>
                      <a:pt x="1056684" y="490097"/>
                    </a:lnTo>
                    <a:close/>
                    <a:moveTo>
                      <a:pt x="1097158" y="438820"/>
                    </a:moveTo>
                    <a:lnTo>
                      <a:pt x="1096864" y="442071"/>
                    </a:lnTo>
                    <a:lnTo>
                      <a:pt x="1096588" y="443952"/>
                    </a:lnTo>
                    <a:lnTo>
                      <a:pt x="1095908" y="441570"/>
                    </a:lnTo>
                    <a:close/>
                    <a:moveTo>
                      <a:pt x="1141085" y="403679"/>
                    </a:moveTo>
                    <a:lnTo>
                      <a:pt x="1141085" y="406594"/>
                    </a:lnTo>
                    <a:lnTo>
                      <a:pt x="1138170" y="408051"/>
                    </a:lnTo>
                    <a:lnTo>
                      <a:pt x="1138170" y="405137"/>
                    </a:lnTo>
                    <a:close/>
                    <a:moveTo>
                      <a:pt x="1103195" y="393478"/>
                    </a:moveTo>
                    <a:lnTo>
                      <a:pt x="1104652" y="397850"/>
                    </a:lnTo>
                    <a:lnTo>
                      <a:pt x="1100280" y="399307"/>
                    </a:lnTo>
                    <a:cubicBezTo>
                      <a:pt x="1099308" y="404165"/>
                      <a:pt x="1100766" y="408051"/>
                      <a:pt x="1104652" y="410966"/>
                    </a:cubicBezTo>
                    <a:cubicBezTo>
                      <a:pt x="1103680" y="413881"/>
                      <a:pt x="1102466" y="418981"/>
                      <a:pt x="1101009" y="426268"/>
                    </a:cubicBezTo>
                    <a:cubicBezTo>
                      <a:pt x="1100280" y="429911"/>
                      <a:pt x="1099491" y="433008"/>
                      <a:pt x="1098640" y="435558"/>
                    </a:cubicBezTo>
                    <a:lnTo>
                      <a:pt x="1097158" y="438820"/>
                    </a:lnTo>
                    <a:lnTo>
                      <a:pt x="1098094" y="428454"/>
                    </a:lnTo>
                    <a:cubicBezTo>
                      <a:pt x="1099551" y="408051"/>
                      <a:pt x="1100280" y="397364"/>
                      <a:pt x="1100280" y="396393"/>
                    </a:cubicBezTo>
                    <a:cubicBezTo>
                      <a:pt x="1100280" y="395421"/>
                      <a:pt x="1101252" y="394450"/>
                      <a:pt x="1103195" y="393478"/>
                    </a:cubicBezTo>
                    <a:close/>
                    <a:moveTo>
                      <a:pt x="1138170" y="387649"/>
                    </a:moveTo>
                    <a:lnTo>
                      <a:pt x="1139628" y="387649"/>
                    </a:lnTo>
                    <a:cubicBezTo>
                      <a:pt x="1139628" y="388620"/>
                      <a:pt x="1139871" y="389835"/>
                      <a:pt x="1140356" y="391292"/>
                    </a:cubicBezTo>
                    <a:cubicBezTo>
                      <a:pt x="1140842" y="392749"/>
                      <a:pt x="1140599" y="394207"/>
                      <a:pt x="1139628" y="395664"/>
                    </a:cubicBezTo>
                    <a:cubicBezTo>
                      <a:pt x="1138656" y="397121"/>
                      <a:pt x="1138170" y="400279"/>
                      <a:pt x="1138170" y="405137"/>
                    </a:cubicBezTo>
                    <a:close/>
                    <a:moveTo>
                      <a:pt x="1104922" y="385328"/>
                    </a:moveTo>
                    <a:lnTo>
                      <a:pt x="1104652" y="389106"/>
                    </a:lnTo>
                    <a:lnTo>
                      <a:pt x="1103195" y="386192"/>
                    </a:lnTo>
                    <a:close/>
                    <a:moveTo>
                      <a:pt x="1106109" y="368704"/>
                    </a:moveTo>
                    <a:lnTo>
                      <a:pt x="1107567" y="368704"/>
                    </a:lnTo>
                    <a:lnTo>
                      <a:pt x="1106109" y="384734"/>
                    </a:lnTo>
                    <a:lnTo>
                      <a:pt x="1104922" y="385328"/>
                    </a:lnTo>
                    <a:close/>
                    <a:moveTo>
                      <a:pt x="663083" y="243374"/>
                    </a:moveTo>
                    <a:cubicBezTo>
                      <a:pt x="669883" y="247260"/>
                      <a:pt x="674984" y="249689"/>
                      <a:pt x="678384" y="250660"/>
                    </a:cubicBezTo>
                    <a:cubicBezTo>
                      <a:pt x="681785" y="251632"/>
                      <a:pt x="685914" y="254304"/>
                      <a:pt x="690772" y="258676"/>
                    </a:cubicBezTo>
                    <a:cubicBezTo>
                      <a:pt x="695629" y="263047"/>
                      <a:pt x="704373" y="267662"/>
                      <a:pt x="717004" y="272520"/>
                    </a:cubicBezTo>
                    <a:cubicBezTo>
                      <a:pt x="729634" y="277378"/>
                      <a:pt x="746879" y="281750"/>
                      <a:pt x="768739" y="285636"/>
                    </a:cubicBezTo>
                    <a:cubicBezTo>
                      <a:pt x="790599" y="289522"/>
                      <a:pt x="803229" y="293166"/>
                      <a:pt x="806629" y="296566"/>
                    </a:cubicBezTo>
                    <a:cubicBezTo>
                      <a:pt x="810029" y="299966"/>
                      <a:pt x="814159" y="303124"/>
                      <a:pt x="819016" y="306039"/>
                    </a:cubicBezTo>
                    <a:cubicBezTo>
                      <a:pt x="829703" y="315754"/>
                      <a:pt x="837476" y="323041"/>
                      <a:pt x="842333" y="327899"/>
                    </a:cubicBezTo>
                    <a:cubicBezTo>
                      <a:pt x="847191" y="332756"/>
                      <a:pt x="851320" y="339314"/>
                      <a:pt x="854721" y="347572"/>
                    </a:cubicBezTo>
                    <a:cubicBezTo>
                      <a:pt x="858121" y="355831"/>
                      <a:pt x="859336" y="362874"/>
                      <a:pt x="858364" y="368704"/>
                    </a:cubicBezTo>
                    <a:cubicBezTo>
                      <a:pt x="857393" y="374533"/>
                      <a:pt x="857150" y="380362"/>
                      <a:pt x="857635" y="386192"/>
                    </a:cubicBezTo>
                    <a:cubicBezTo>
                      <a:pt x="858121" y="392021"/>
                      <a:pt x="858607" y="398579"/>
                      <a:pt x="859093" y="405865"/>
                    </a:cubicBezTo>
                    <a:cubicBezTo>
                      <a:pt x="859579" y="413152"/>
                      <a:pt x="858121" y="419953"/>
                      <a:pt x="854721" y="426268"/>
                    </a:cubicBezTo>
                    <a:cubicBezTo>
                      <a:pt x="851320" y="432583"/>
                      <a:pt x="849620" y="437927"/>
                      <a:pt x="849620" y="442299"/>
                    </a:cubicBezTo>
                    <a:cubicBezTo>
                      <a:pt x="849620" y="446670"/>
                      <a:pt x="848406" y="450071"/>
                      <a:pt x="845977" y="452500"/>
                    </a:cubicBezTo>
                    <a:cubicBezTo>
                      <a:pt x="843548" y="454929"/>
                      <a:pt x="840390" y="461001"/>
                      <a:pt x="836504" y="470716"/>
                    </a:cubicBezTo>
                    <a:cubicBezTo>
                      <a:pt x="833590" y="470716"/>
                      <a:pt x="831404" y="470473"/>
                      <a:pt x="829946" y="469988"/>
                    </a:cubicBezTo>
                    <a:cubicBezTo>
                      <a:pt x="828489" y="469502"/>
                      <a:pt x="824603" y="469988"/>
                      <a:pt x="818288" y="471445"/>
                    </a:cubicBezTo>
                    <a:cubicBezTo>
                      <a:pt x="811973" y="472902"/>
                      <a:pt x="806143" y="473388"/>
                      <a:pt x="800800" y="472902"/>
                    </a:cubicBezTo>
                    <a:cubicBezTo>
                      <a:pt x="795456" y="472417"/>
                      <a:pt x="791084" y="473631"/>
                      <a:pt x="787684" y="476546"/>
                    </a:cubicBezTo>
                    <a:cubicBezTo>
                      <a:pt x="784283" y="479460"/>
                      <a:pt x="780397" y="480918"/>
                      <a:pt x="776025" y="480918"/>
                    </a:cubicBezTo>
                    <a:cubicBezTo>
                      <a:pt x="771653" y="480918"/>
                      <a:pt x="766310" y="480918"/>
                      <a:pt x="759995" y="480918"/>
                    </a:cubicBezTo>
                    <a:cubicBezTo>
                      <a:pt x="753680" y="480918"/>
                      <a:pt x="748336" y="482375"/>
                      <a:pt x="743964" y="485290"/>
                    </a:cubicBezTo>
                    <a:cubicBezTo>
                      <a:pt x="739592" y="488204"/>
                      <a:pt x="729391" y="487718"/>
                      <a:pt x="713360" y="483832"/>
                    </a:cubicBezTo>
                    <a:cubicBezTo>
                      <a:pt x="697330" y="479946"/>
                      <a:pt x="684700" y="479460"/>
                      <a:pt x="675470" y="482375"/>
                    </a:cubicBezTo>
                    <a:cubicBezTo>
                      <a:pt x="666240" y="485290"/>
                      <a:pt x="655796" y="489176"/>
                      <a:pt x="644137" y="494034"/>
                    </a:cubicBezTo>
                    <a:cubicBezTo>
                      <a:pt x="644137" y="546497"/>
                      <a:pt x="642437" y="585359"/>
                      <a:pt x="639037" y="610619"/>
                    </a:cubicBezTo>
                    <a:cubicBezTo>
                      <a:pt x="635636" y="635880"/>
                      <a:pt x="628350" y="670370"/>
                      <a:pt x="617177" y="714090"/>
                    </a:cubicBezTo>
                    <a:cubicBezTo>
                      <a:pt x="606004" y="757809"/>
                      <a:pt x="599932" y="786956"/>
                      <a:pt x="598960" y="801529"/>
                    </a:cubicBezTo>
                    <a:cubicBezTo>
                      <a:pt x="597989" y="816102"/>
                      <a:pt x="597503" y="834076"/>
                      <a:pt x="597503" y="855450"/>
                    </a:cubicBezTo>
                    <a:cubicBezTo>
                      <a:pt x="599446" y="856422"/>
                      <a:pt x="600660" y="857150"/>
                      <a:pt x="601146" y="857636"/>
                    </a:cubicBezTo>
                    <a:cubicBezTo>
                      <a:pt x="601632" y="858122"/>
                      <a:pt x="611105" y="858851"/>
                      <a:pt x="629564" y="859822"/>
                    </a:cubicBezTo>
                    <a:cubicBezTo>
                      <a:pt x="648023" y="860794"/>
                      <a:pt x="688829" y="860065"/>
                      <a:pt x="751979" y="857636"/>
                    </a:cubicBezTo>
                    <a:cubicBezTo>
                      <a:pt x="815130" y="855207"/>
                      <a:pt x="855206" y="851807"/>
                      <a:pt x="872209" y="847435"/>
                    </a:cubicBezTo>
                    <a:cubicBezTo>
                      <a:pt x="889211" y="843063"/>
                      <a:pt x="902084" y="841120"/>
                      <a:pt x="910828" y="841606"/>
                    </a:cubicBezTo>
                    <a:cubicBezTo>
                      <a:pt x="919572" y="842091"/>
                      <a:pt x="925887" y="841363"/>
                      <a:pt x="929773" y="839420"/>
                    </a:cubicBezTo>
                    <a:cubicBezTo>
                      <a:pt x="933659" y="837476"/>
                      <a:pt x="937060" y="835533"/>
                      <a:pt x="939974" y="833590"/>
                    </a:cubicBezTo>
                    <a:cubicBezTo>
                      <a:pt x="948718" y="822903"/>
                      <a:pt x="955762" y="814402"/>
                      <a:pt x="961105" y="808087"/>
                    </a:cubicBezTo>
                    <a:cubicBezTo>
                      <a:pt x="966449" y="801772"/>
                      <a:pt x="972764" y="791571"/>
                      <a:pt x="980051" y="777483"/>
                    </a:cubicBezTo>
                    <a:cubicBezTo>
                      <a:pt x="987337" y="763396"/>
                      <a:pt x="991709" y="751980"/>
                      <a:pt x="993167" y="743236"/>
                    </a:cubicBezTo>
                    <a:cubicBezTo>
                      <a:pt x="994624" y="734492"/>
                      <a:pt x="997539" y="726477"/>
                      <a:pt x="1001911" y="719190"/>
                    </a:cubicBezTo>
                    <a:cubicBezTo>
                      <a:pt x="1006283" y="711904"/>
                      <a:pt x="1009197" y="704617"/>
                      <a:pt x="1010655" y="697330"/>
                    </a:cubicBezTo>
                    <a:cubicBezTo>
                      <a:pt x="1012112" y="690044"/>
                      <a:pt x="1013569" y="684214"/>
                      <a:pt x="1015026" y="679842"/>
                    </a:cubicBezTo>
                    <a:cubicBezTo>
                      <a:pt x="1016484" y="675470"/>
                      <a:pt x="1018670" y="666969"/>
                      <a:pt x="1021584" y="654339"/>
                    </a:cubicBezTo>
                    <a:lnTo>
                      <a:pt x="1020127" y="651425"/>
                    </a:lnTo>
                    <a:cubicBezTo>
                      <a:pt x="1023042" y="644624"/>
                      <a:pt x="1025228" y="639523"/>
                      <a:pt x="1026685" y="636123"/>
                    </a:cubicBezTo>
                    <a:cubicBezTo>
                      <a:pt x="1028142" y="632722"/>
                      <a:pt x="1029114" y="627865"/>
                      <a:pt x="1029600" y="621549"/>
                    </a:cubicBezTo>
                    <a:cubicBezTo>
                      <a:pt x="1030085" y="615234"/>
                      <a:pt x="1030814" y="609891"/>
                      <a:pt x="1031786" y="605519"/>
                    </a:cubicBezTo>
                    <a:cubicBezTo>
                      <a:pt x="1032757" y="601147"/>
                      <a:pt x="1034215" y="594103"/>
                      <a:pt x="1036158" y="584388"/>
                    </a:cubicBezTo>
                    <a:lnTo>
                      <a:pt x="1039072" y="588760"/>
                    </a:lnTo>
                    <a:cubicBezTo>
                      <a:pt x="1041987" y="579044"/>
                      <a:pt x="1044659" y="570543"/>
                      <a:pt x="1047088" y="563256"/>
                    </a:cubicBezTo>
                    <a:cubicBezTo>
                      <a:pt x="1048909" y="557791"/>
                      <a:pt x="1051414" y="540167"/>
                      <a:pt x="1054602" y="510383"/>
                    </a:cubicBezTo>
                    <a:lnTo>
                      <a:pt x="1055967" y="497236"/>
                    </a:lnTo>
                    <a:lnTo>
                      <a:pt x="1059475" y="498406"/>
                    </a:lnTo>
                    <a:cubicBezTo>
                      <a:pt x="1059475" y="507149"/>
                      <a:pt x="1059475" y="513222"/>
                      <a:pt x="1059475" y="516622"/>
                    </a:cubicBezTo>
                    <a:cubicBezTo>
                      <a:pt x="1059475" y="520022"/>
                      <a:pt x="1058746" y="523423"/>
                      <a:pt x="1057289" y="526823"/>
                    </a:cubicBezTo>
                    <a:cubicBezTo>
                      <a:pt x="1055831" y="530224"/>
                      <a:pt x="1054617" y="536296"/>
                      <a:pt x="1053646" y="545040"/>
                    </a:cubicBezTo>
                    <a:lnTo>
                      <a:pt x="1059475" y="547955"/>
                    </a:lnTo>
                    <a:lnTo>
                      <a:pt x="1061376" y="518956"/>
                    </a:lnTo>
                    <a:lnTo>
                      <a:pt x="1065304" y="520265"/>
                    </a:lnTo>
                    <a:lnTo>
                      <a:pt x="1069468" y="489453"/>
                    </a:lnTo>
                    <a:lnTo>
                      <a:pt x="1066761" y="496219"/>
                    </a:lnTo>
                    <a:cubicBezTo>
                      <a:pt x="1064818" y="497677"/>
                      <a:pt x="1063847" y="499863"/>
                      <a:pt x="1063847" y="502777"/>
                    </a:cubicBezTo>
                    <a:cubicBezTo>
                      <a:pt x="1063847" y="504235"/>
                      <a:pt x="1063604" y="506299"/>
                      <a:pt x="1063118" y="508971"/>
                    </a:cubicBezTo>
                    <a:lnTo>
                      <a:pt x="1061576" y="515910"/>
                    </a:lnTo>
                    <a:lnTo>
                      <a:pt x="1065304" y="459058"/>
                    </a:lnTo>
                    <a:cubicBezTo>
                      <a:pt x="1066276" y="461972"/>
                      <a:pt x="1067247" y="464401"/>
                      <a:pt x="1068219" y="466344"/>
                    </a:cubicBezTo>
                    <a:cubicBezTo>
                      <a:pt x="1069190" y="468287"/>
                      <a:pt x="1068948" y="470231"/>
                      <a:pt x="1067490" y="472174"/>
                    </a:cubicBezTo>
                    <a:cubicBezTo>
                      <a:pt x="1066033" y="474117"/>
                      <a:pt x="1066033" y="476546"/>
                      <a:pt x="1067490" y="479460"/>
                    </a:cubicBezTo>
                    <a:lnTo>
                      <a:pt x="1069589" y="488556"/>
                    </a:lnTo>
                    <a:lnTo>
                      <a:pt x="1072591" y="466344"/>
                    </a:lnTo>
                    <a:cubicBezTo>
                      <a:pt x="1071619" y="477031"/>
                      <a:pt x="1071619" y="487718"/>
                      <a:pt x="1072591" y="498406"/>
                    </a:cubicBezTo>
                    <a:lnTo>
                      <a:pt x="1071133" y="498406"/>
                    </a:lnTo>
                    <a:cubicBezTo>
                      <a:pt x="1071133" y="509093"/>
                      <a:pt x="1069676" y="518808"/>
                      <a:pt x="1066761" y="527552"/>
                    </a:cubicBezTo>
                    <a:lnTo>
                      <a:pt x="1071133" y="531924"/>
                    </a:lnTo>
                    <a:lnTo>
                      <a:pt x="1084249" y="463430"/>
                    </a:lnTo>
                    <a:lnTo>
                      <a:pt x="1084249" y="478003"/>
                    </a:lnTo>
                    <a:cubicBezTo>
                      <a:pt x="1085221" y="474117"/>
                      <a:pt x="1085950" y="471202"/>
                      <a:pt x="1086435" y="469259"/>
                    </a:cubicBezTo>
                    <a:cubicBezTo>
                      <a:pt x="1086921" y="467316"/>
                      <a:pt x="1088621" y="465130"/>
                      <a:pt x="1091536" y="462701"/>
                    </a:cubicBezTo>
                    <a:cubicBezTo>
                      <a:pt x="1092993" y="461487"/>
                      <a:pt x="1094269" y="458025"/>
                      <a:pt x="1095361" y="452318"/>
                    </a:cubicBezTo>
                    <a:lnTo>
                      <a:pt x="1096588" y="443952"/>
                    </a:lnTo>
                    <a:lnTo>
                      <a:pt x="1098823" y="451771"/>
                    </a:lnTo>
                    <a:lnTo>
                      <a:pt x="1100280" y="448856"/>
                    </a:lnTo>
                    <a:cubicBezTo>
                      <a:pt x="1100280" y="450800"/>
                      <a:pt x="1100280" y="452257"/>
                      <a:pt x="1100280" y="453228"/>
                    </a:cubicBezTo>
                    <a:cubicBezTo>
                      <a:pt x="1100280" y="454200"/>
                      <a:pt x="1099551" y="455414"/>
                      <a:pt x="1098094" y="456872"/>
                    </a:cubicBezTo>
                    <a:cubicBezTo>
                      <a:pt x="1096637" y="458329"/>
                      <a:pt x="1095908" y="459544"/>
                      <a:pt x="1095908" y="460515"/>
                    </a:cubicBezTo>
                    <a:cubicBezTo>
                      <a:pt x="1095908" y="461487"/>
                      <a:pt x="1095422" y="463430"/>
                      <a:pt x="1094451" y="466344"/>
                    </a:cubicBezTo>
                    <a:lnTo>
                      <a:pt x="1095908" y="472174"/>
                    </a:lnTo>
                    <a:lnTo>
                      <a:pt x="1098823" y="459058"/>
                    </a:lnTo>
                    <a:cubicBezTo>
                      <a:pt x="1099794" y="461972"/>
                      <a:pt x="1100037" y="464401"/>
                      <a:pt x="1099551" y="466344"/>
                    </a:cubicBezTo>
                    <a:cubicBezTo>
                      <a:pt x="1099066" y="468287"/>
                      <a:pt x="1099066" y="470231"/>
                      <a:pt x="1099551" y="472174"/>
                    </a:cubicBezTo>
                    <a:cubicBezTo>
                      <a:pt x="1100037" y="474117"/>
                      <a:pt x="1100037" y="478489"/>
                      <a:pt x="1099551" y="485290"/>
                    </a:cubicBezTo>
                    <a:cubicBezTo>
                      <a:pt x="1099066" y="492090"/>
                      <a:pt x="1098337" y="496948"/>
                      <a:pt x="1097365" y="499863"/>
                    </a:cubicBezTo>
                    <a:cubicBezTo>
                      <a:pt x="1096394" y="502777"/>
                      <a:pt x="1095665" y="504964"/>
                      <a:pt x="1095179" y="506421"/>
                    </a:cubicBezTo>
                    <a:cubicBezTo>
                      <a:pt x="1094694" y="507878"/>
                      <a:pt x="1094451" y="509578"/>
                      <a:pt x="1094451" y="511521"/>
                    </a:cubicBezTo>
                    <a:lnTo>
                      <a:pt x="1097365" y="515893"/>
                    </a:lnTo>
                    <a:lnTo>
                      <a:pt x="1094451" y="517351"/>
                    </a:lnTo>
                    <a:cubicBezTo>
                      <a:pt x="1095422" y="518322"/>
                      <a:pt x="1095908" y="519051"/>
                      <a:pt x="1095908" y="519537"/>
                    </a:cubicBezTo>
                    <a:cubicBezTo>
                      <a:pt x="1095908" y="520022"/>
                      <a:pt x="1095422" y="521480"/>
                      <a:pt x="1094451" y="523909"/>
                    </a:cubicBezTo>
                    <a:cubicBezTo>
                      <a:pt x="1093479" y="526338"/>
                      <a:pt x="1092993" y="529981"/>
                      <a:pt x="1092993" y="534839"/>
                    </a:cubicBezTo>
                    <a:cubicBezTo>
                      <a:pt x="1092993" y="539696"/>
                      <a:pt x="1092508" y="548926"/>
                      <a:pt x="1091536" y="562528"/>
                    </a:cubicBezTo>
                    <a:lnTo>
                      <a:pt x="1087164" y="562528"/>
                    </a:lnTo>
                    <a:lnTo>
                      <a:pt x="1091536" y="571272"/>
                    </a:lnTo>
                    <a:cubicBezTo>
                      <a:pt x="1086678" y="580016"/>
                      <a:pt x="1084735" y="589245"/>
                      <a:pt x="1085707" y="598961"/>
                    </a:cubicBezTo>
                    <a:lnTo>
                      <a:pt x="1088621" y="596046"/>
                    </a:lnTo>
                    <a:cubicBezTo>
                      <a:pt x="1088621" y="600904"/>
                      <a:pt x="1088378" y="604062"/>
                      <a:pt x="1087893" y="605519"/>
                    </a:cubicBezTo>
                    <a:cubicBezTo>
                      <a:pt x="1087407" y="606976"/>
                      <a:pt x="1087407" y="608191"/>
                      <a:pt x="1087893" y="609162"/>
                    </a:cubicBezTo>
                    <a:cubicBezTo>
                      <a:pt x="1088378" y="610134"/>
                      <a:pt x="1089593" y="611105"/>
                      <a:pt x="1091536" y="612077"/>
                    </a:cubicBezTo>
                    <a:cubicBezTo>
                      <a:pt x="1089593" y="614020"/>
                      <a:pt x="1088378" y="615234"/>
                      <a:pt x="1087893" y="615720"/>
                    </a:cubicBezTo>
                    <a:cubicBezTo>
                      <a:pt x="1087407" y="616206"/>
                      <a:pt x="1086921" y="617663"/>
                      <a:pt x="1086435" y="620092"/>
                    </a:cubicBezTo>
                    <a:cubicBezTo>
                      <a:pt x="1086192" y="621307"/>
                      <a:pt x="1086010" y="622946"/>
                      <a:pt x="1085889" y="625011"/>
                    </a:cubicBezTo>
                    <a:lnTo>
                      <a:pt x="1085707" y="632479"/>
                    </a:lnTo>
                    <a:lnTo>
                      <a:pt x="1084249" y="633937"/>
                    </a:lnTo>
                    <a:lnTo>
                      <a:pt x="1085707" y="639766"/>
                    </a:lnTo>
                    <a:cubicBezTo>
                      <a:pt x="1084735" y="639766"/>
                      <a:pt x="1083764" y="641952"/>
                      <a:pt x="1082792" y="646324"/>
                    </a:cubicBezTo>
                    <a:cubicBezTo>
                      <a:pt x="1081820" y="650696"/>
                      <a:pt x="1080849" y="656282"/>
                      <a:pt x="1079877" y="663083"/>
                    </a:cubicBezTo>
                    <a:lnTo>
                      <a:pt x="1082792" y="663083"/>
                    </a:lnTo>
                    <a:cubicBezTo>
                      <a:pt x="1083764" y="659197"/>
                      <a:pt x="1084249" y="656525"/>
                      <a:pt x="1084249" y="655068"/>
                    </a:cubicBezTo>
                    <a:cubicBezTo>
                      <a:pt x="1084249" y="653611"/>
                      <a:pt x="1086435" y="644624"/>
                      <a:pt x="1090807" y="628107"/>
                    </a:cubicBezTo>
                    <a:cubicBezTo>
                      <a:pt x="1095179" y="611591"/>
                      <a:pt x="1098580" y="595561"/>
                      <a:pt x="1101009" y="580016"/>
                    </a:cubicBezTo>
                    <a:cubicBezTo>
                      <a:pt x="1103438" y="564471"/>
                      <a:pt x="1108052" y="539696"/>
                      <a:pt x="1114853" y="505692"/>
                    </a:cubicBezTo>
                    <a:cubicBezTo>
                      <a:pt x="1121654" y="471688"/>
                      <a:pt x="1124569" y="450557"/>
                      <a:pt x="1123597" y="442299"/>
                    </a:cubicBezTo>
                    <a:cubicBezTo>
                      <a:pt x="1122626" y="434040"/>
                      <a:pt x="1122869" y="428211"/>
                      <a:pt x="1124326" y="424811"/>
                    </a:cubicBezTo>
                    <a:cubicBezTo>
                      <a:pt x="1125783" y="421410"/>
                      <a:pt x="1126997" y="415824"/>
                      <a:pt x="1127969" y="408051"/>
                    </a:cubicBezTo>
                    <a:cubicBezTo>
                      <a:pt x="1127969" y="423596"/>
                      <a:pt x="1127726" y="436712"/>
                      <a:pt x="1127240" y="447399"/>
                    </a:cubicBezTo>
                    <a:cubicBezTo>
                      <a:pt x="1126755" y="458086"/>
                      <a:pt x="1126755" y="465616"/>
                      <a:pt x="1127240" y="469988"/>
                    </a:cubicBezTo>
                    <a:cubicBezTo>
                      <a:pt x="1127726" y="474360"/>
                      <a:pt x="1127483" y="482375"/>
                      <a:pt x="1126512" y="494034"/>
                    </a:cubicBezTo>
                    <a:lnTo>
                      <a:pt x="1127969" y="495491"/>
                    </a:lnTo>
                    <a:lnTo>
                      <a:pt x="1136713" y="416795"/>
                    </a:lnTo>
                    <a:cubicBezTo>
                      <a:pt x="1137685" y="415824"/>
                      <a:pt x="1139142" y="414852"/>
                      <a:pt x="1141085" y="413881"/>
                    </a:cubicBezTo>
                    <a:lnTo>
                      <a:pt x="1141085" y="419710"/>
                    </a:lnTo>
                    <a:lnTo>
                      <a:pt x="1141085" y="438655"/>
                    </a:lnTo>
                    <a:cubicBezTo>
                      <a:pt x="1142057" y="436712"/>
                      <a:pt x="1142785" y="435255"/>
                      <a:pt x="1143271" y="434283"/>
                    </a:cubicBezTo>
                    <a:cubicBezTo>
                      <a:pt x="1143757" y="433312"/>
                      <a:pt x="1144000" y="432097"/>
                      <a:pt x="1144000" y="430640"/>
                    </a:cubicBezTo>
                    <a:cubicBezTo>
                      <a:pt x="1144000" y="429183"/>
                      <a:pt x="1144000" y="426025"/>
                      <a:pt x="1144000" y="421167"/>
                    </a:cubicBezTo>
                    <a:lnTo>
                      <a:pt x="1141085" y="419710"/>
                    </a:lnTo>
                    <a:lnTo>
                      <a:pt x="1146914" y="415338"/>
                    </a:lnTo>
                    <a:cubicBezTo>
                      <a:pt x="1146914" y="439627"/>
                      <a:pt x="1146914" y="457358"/>
                      <a:pt x="1146914" y="468530"/>
                    </a:cubicBezTo>
                    <a:cubicBezTo>
                      <a:pt x="1146914" y="479703"/>
                      <a:pt x="1146914" y="486261"/>
                      <a:pt x="1146914" y="488204"/>
                    </a:cubicBezTo>
                    <a:lnTo>
                      <a:pt x="1151286" y="485290"/>
                    </a:lnTo>
                    <a:cubicBezTo>
                      <a:pt x="1149343" y="478489"/>
                      <a:pt x="1148857" y="471202"/>
                      <a:pt x="1149829" y="463430"/>
                    </a:cubicBezTo>
                    <a:lnTo>
                      <a:pt x="1152744" y="461972"/>
                    </a:lnTo>
                    <a:cubicBezTo>
                      <a:pt x="1152744" y="474603"/>
                      <a:pt x="1152987" y="483346"/>
                      <a:pt x="1153472" y="488204"/>
                    </a:cubicBezTo>
                    <a:cubicBezTo>
                      <a:pt x="1153958" y="493062"/>
                      <a:pt x="1153472" y="495977"/>
                      <a:pt x="1152015" y="496948"/>
                    </a:cubicBezTo>
                    <a:cubicBezTo>
                      <a:pt x="1150558" y="497920"/>
                      <a:pt x="1149343" y="498891"/>
                      <a:pt x="1148372" y="499863"/>
                    </a:cubicBezTo>
                    <a:lnTo>
                      <a:pt x="1152744" y="502777"/>
                    </a:lnTo>
                    <a:cubicBezTo>
                      <a:pt x="1151772" y="503749"/>
                      <a:pt x="1151043" y="504721"/>
                      <a:pt x="1150558" y="505692"/>
                    </a:cubicBezTo>
                    <a:cubicBezTo>
                      <a:pt x="1150072" y="506664"/>
                      <a:pt x="1150558" y="516379"/>
                      <a:pt x="1152015" y="534839"/>
                    </a:cubicBezTo>
                    <a:cubicBezTo>
                      <a:pt x="1153472" y="553298"/>
                      <a:pt x="1153472" y="564228"/>
                      <a:pt x="1152015" y="567628"/>
                    </a:cubicBezTo>
                    <a:cubicBezTo>
                      <a:pt x="1150558" y="571029"/>
                      <a:pt x="1150558" y="574186"/>
                      <a:pt x="1152015" y="577101"/>
                    </a:cubicBezTo>
                    <a:cubicBezTo>
                      <a:pt x="1153472" y="580016"/>
                      <a:pt x="1154201" y="589245"/>
                      <a:pt x="1154201" y="604790"/>
                    </a:cubicBezTo>
                    <a:cubicBezTo>
                      <a:pt x="1154201" y="620335"/>
                      <a:pt x="1153958" y="633694"/>
                      <a:pt x="1153472" y="644867"/>
                    </a:cubicBezTo>
                    <a:cubicBezTo>
                      <a:pt x="1152987" y="656039"/>
                      <a:pt x="1152987" y="662355"/>
                      <a:pt x="1153472" y="663812"/>
                    </a:cubicBezTo>
                    <a:cubicBezTo>
                      <a:pt x="1153958" y="665269"/>
                      <a:pt x="1154201" y="666484"/>
                      <a:pt x="1154201" y="667455"/>
                    </a:cubicBezTo>
                    <a:lnTo>
                      <a:pt x="1160030" y="629565"/>
                    </a:lnTo>
                    <a:cubicBezTo>
                      <a:pt x="1159059" y="636366"/>
                      <a:pt x="1160030" y="642681"/>
                      <a:pt x="1162945" y="648510"/>
                    </a:cubicBezTo>
                    <a:lnTo>
                      <a:pt x="1165860" y="547955"/>
                    </a:lnTo>
                    <a:cubicBezTo>
                      <a:pt x="1164888" y="563499"/>
                      <a:pt x="1165374" y="579044"/>
                      <a:pt x="1167317" y="594589"/>
                    </a:cubicBezTo>
                    <a:cubicBezTo>
                      <a:pt x="1169260" y="585845"/>
                      <a:pt x="1170717" y="579044"/>
                      <a:pt x="1171689" y="574186"/>
                    </a:cubicBezTo>
                    <a:cubicBezTo>
                      <a:pt x="1172661" y="569329"/>
                      <a:pt x="1173146" y="563014"/>
                      <a:pt x="1173146" y="555241"/>
                    </a:cubicBezTo>
                    <a:cubicBezTo>
                      <a:pt x="1173146" y="547469"/>
                      <a:pt x="1172661" y="540668"/>
                      <a:pt x="1171689" y="534839"/>
                    </a:cubicBezTo>
                    <a:cubicBezTo>
                      <a:pt x="1170717" y="529009"/>
                      <a:pt x="1170474" y="524880"/>
                      <a:pt x="1170960" y="522451"/>
                    </a:cubicBezTo>
                    <a:cubicBezTo>
                      <a:pt x="1171446" y="520022"/>
                      <a:pt x="1172175" y="517351"/>
                      <a:pt x="1173146" y="514436"/>
                    </a:cubicBezTo>
                    <a:cubicBezTo>
                      <a:pt x="1173146" y="520265"/>
                      <a:pt x="1173146" y="526823"/>
                      <a:pt x="1173146" y="534110"/>
                    </a:cubicBezTo>
                    <a:cubicBezTo>
                      <a:pt x="1173146" y="541397"/>
                      <a:pt x="1173389" y="547469"/>
                      <a:pt x="1173875" y="552327"/>
                    </a:cubicBezTo>
                    <a:cubicBezTo>
                      <a:pt x="1174361" y="557184"/>
                      <a:pt x="1174361" y="561313"/>
                      <a:pt x="1173875" y="564714"/>
                    </a:cubicBezTo>
                    <a:cubicBezTo>
                      <a:pt x="1173389" y="568114"/>
                      <a:pt x="1174604" y="570786"/>
                      <a:pt x="1177518" y="572729"/>
                    </a:cubicBezTo>
                    <a:cubicBezTo>
                      <a:pt x="1176547" y="579530"/>
                      <a:pt x="1176061" y="583902"/>
                      <a:pt x="1176061" y="585845"/>
                    </a:cubicBezTo>
                    <a:cubicBezTo>
                      <a:pt x="1176061" y="587788"/>
                      <a:pt x="1176304" y="591189"/>
                      <a:pt x="1176790" y="596046"/>
                    </a:cubicBezTo>
                    <a:cubicBezTo>
                      <a:pt x="1177275" y="600904"/>
                      <a:pt x="1177518" y="605276"/>
                      <a:pt x="1177518" y="609162"/>
                    </a:cubicBezTo>
                    <a:lnTo>
                      <a:pt x="1176061" y="604790"/>
                    </a:lnTo>
                    <a:cubicBezTo>
                      <a:pt x="1175089" y="607705"/>
                      <a:pt x="1174604" y="610134"/>
                      <a:pt x="1174604" y="612077"/>
                    </a:cubicBezTo>
                    <a:cubicBezTo>
                      <a:pt x="1174604" y="614020"/>
                      <a:pt x="1175089" y="617420"/>
                      <a:pt x="1176061" y="622278"/>
                    </a:cubicBezTo>
                    <a:cubicBezTo>
                      <a:pt x="1177033" y="627136"/>
                      <a:pt x="1178490" y="632965"/>
                      <a:pt x="1180433" y="639766"/>
                    </a:cubicBezTo>
                    <a:lnTo>
                      <a:pt x="1181890" y="633937"/>
                    </a:lnTo>
                    <a:lnTo>
                      <a:pt x="1183348" y="633937"/>
                    </a:lnTo>
                    <a:cubicBezTo>
                      <a:pt x="1182376" y="645595"/>
                      <a:pt x="1182862" y="656768"/>
                      <a:pt x="1184805" y="667455"/>
                    </a:cubicBezTo>
                    <a:lnTo>
                      <a:pt x="1181890" y="670370"/>
                    </a:lnTo>
                    <a:lnTo>
                      <a:pt x="1181890" y="674742"/>
                    </a:lnTo>
                    <a:lnTo>
                      <a:pt x="1183348" y="671827"/>
                    </a:lnTo>
                    <a:lnTo>
                      <a:pt x="1184805" y="674742"/>
                    </a:lnTo>
                    <a:lnTo>
                      <a:pt x="1180433" y="677656"/>
                    </a:lnTo>
                    <a:lnTo>
                      <a:pt x="1177518" y="682028"/>
                    </a:lnTo>
                    <a:lnTo>
                      <a:pt x="1184805" y="683486"/>
                    </a:lnTo>
                    <a:cubicBezTo>
                      <a:pt x="1184805" y="697087"/>
                      <a:pt x="1184562" y="706560"/>
                      <a:pt x="1184076" y="711904"/>
                    </a:cubicBezTo>
                    <a:cubicBezTo>
                      <a:pt x="1183590" y="717247"/>
                      <a:pt x="1183590" y="723562"/>
                      <a:pt x="1184076" y="730849"/>
                    </a:cubicBezTo>
                    <a:cubicBezTo>
                      <a:pt x="1184562" y="738135"/>
                      <a:pt x="1184562" y="748580"/>
                      <a:pt x="1184076" y="762181"/>
                    </a:cubicBezTo>
                    <a:cubicBezTo>
                      <a:pt x="1183590" y="775783"/>
                      <a:pt x="1182862" y="784041"/>
                      <a:pt x="1181890" y="786956"/>
                    </a:cubicBezTo>
                    <a:cubicBezTo>
                      <a:pt x="1180919" y="789870"/>
                      <a:pt x="1181404" y="792785"/>
                      <a:pt x="1183348" y="795700"/>
                    </a:cubicBezTo>
                    <a:cubicBezTo>
                      <a:pt x="1181404" y="798615"/>
                      <a:pt x="1179461" y="802501"/>
                      <a:pt x="1177518" y="807358"/>
                    </a:cubicBezTo>
                    <a:lnTo>
                      <a:pt x="1183348" y="813188"/>
                    </a:lnTo>
                    <a:lnTo>
                      <a:pt x="1181890" y="816102"/>
                    </a:lnTo>
                    <a:lnTo>
                      <a:pt x="1184805" y="817560"/>
                    </a:lnTo>
                    <a:cubicBezTo>
                      <a:pt x="1184805" y="821446"/>
                      <a:pt x="1185048" y="824361"/>
                      <a:pt x="1185533" y="826304"/>
                    </a:cubicBezTo>
                    <a:cubicBezTo>
                      <a:pt x="1186019" y="828247"/>
                      <a:pt x="1186505" y="830433"/>
                      <a:pt x="1186991" y="832862"/>
                    </a:cubicBezTo>
                    <a:cubicBezTo>
                      <a:pt x="1187477" y="835290"/>
                      <a:pt x="1188448" y="837962"/>
                      <a:pt x="1189905" y="840877"/>
                    </a:cubicBezTo>
                    <a:cubicBezTo>
                      <a:pt x="1191363" y="843792"/>
                      <a:pt x="1192577" y="848649"/>
                      <a:pt x="1193549" y="855450"/>
                    </a:cubicBezTo>
                    <a:lnTo>
                      <a:pt x="1196463" y="853993"/>
                    </a:lnTo>
                    <a:lnTo>
                      <a:pt x="1200835" y="855450"/>
                    </a:lnTo>
                    <a:lnTo>
                      <a:pt x="1197921" y="861279"/>
                    </a:lnTo>
                    <a:lnTo>
                      <a:pt x="1200835" y="865651"/>
                    </a:lnTo>
                    <a:cubicBezTo>
                      <a:pt x="1200835" y="870509"/>
                      <a:pt x="1201564" y="882168"/>
                      <a:pt x="1203021" y="900627"/>
                    </a:cubicBezTo>
                    <a:cubicBezTo>
                      <a:pt x="1204479" y="919087"/>
                      <a:pt x="1203264" y="929774"/>
                      <a:pt x="1199378" y="932688"/>
                    </a:cubicBezTo>
                    <a:cubicBezTo>
                      <a:pt x="1202293" y="936575"/>
                      <a:pt x="1204479" y="939489"/>
                      <a:pt x="1205936" y="941432"/>
                    </a:cubicBezTo>
                    <a:cubicBezTo>
                      <a:pt x="1207393" y="943375"/>
                      <a:pt x="1207393" y="950176"/>
                      <a:pt x="1205936" y="961835"/>
                    </a:cubicBezTo>
                    <a:cubicBezTo>
                      <a:pt x="1204479" y="973493"/>
                      <a:pt x="1201078" y="984666"/>
                      <a:pt x="1195735" y="995353"/>
                    </a:cubicBezTo>
                    <a:cubicBezTo>
                      <a:pt x="1190391" y="1006040"/>
                      <a:pt x="1185048" y="1015027"/>
                      <a:pt x="1179704" y="1022314"/>
                    </a:cubicBezTo>
                    <a:cubicBezTo>
                      <a:pt x="1174361" y="1029600"/>
                      <a:pt x="1171446" y="1034944"/>
                      <a:pt x="1170960" y="1038344"/>
                    </a:cubicBezTo>
                    <a:cubicBezTo>
                      <a:pt x="1170474" y="1041745"/>
                      <a:pt x="1169260" y="1043931"/>
                      <a:pt x="1167317" y="1044902"/>
                    </a:cubicBezTo>
                    <a:cubicBezTo>
                      <a:pt x="1165374" y="1045874"/>
                      <a:pt x="1162945" y="1049274"/>
                      <a:pt x="1160030" y="1055104"/>
                    </a:cubicBezTo>
                    <a:cubicBezTo>
                      <a:pt x="1160030" y="1059961"/>
                      <a:pt x="1160516" y="1063362"/>
                      <a:pt x="1161488" y="1065305"/>
                    </a:cubicBezTo>
                    <a:cubicBezTo>
                      <a:pt x="1162459" y="1067248"/>
                      <a:pt x="1162702" y="1068948"/>
                      <a:pt x="1162216" y="1070406"/>
                    </a:cubicBezTo>
                    <a:cubicBezTo>
                      <a:pt x="1161731" y="1071863"/>
                      <a:pt x="1161002" y="1074049"/>
                      <a:pt x="1160030" y="1076964"/>
                    </a:cubicBezTo>
                    <a:cubicBezTo>
                      <a:pt x="1159059" y="1076964"/>
                      <a:pt x="1157844" y="1077206"/>
                      <a:pt x="1156387" y="1077692"/>
                    </a:cubicBezTo>
                    <a:cubicBezTo>
                      <a:pt x="1154930" y="1078178"/>
                      <a:pt x="1153229" y="1077935"/>
                      <a:pt x="1151286" y="1076964"/>
                    </a:cubicBezTo>
                    <a:cubicBezTo>
                      <a:pt x="1149343" y="1075992"/>
                      <a:pt x="1145943" y="1074535"/>
                      <a:pt x="1141085" y="1072592"/>
                    </a:cubicBezTo>
                    <a:lnTo>
                      <a:pt x="1139628" y="1078421"/>
                    </a:lnTo>
                    <a:cubicBezTo>
                      <a:pt x="1132827" y="1079392"/>
                      <a:pt x="1127483" y="1080364"/>
                      <a:pt x="1123597" y="1081336"/>
                    </a:cubicBezTo>
                    <a:cubicBezTo>
                      <a:pt x="1119711" y="1082307"/>
                      <a:pt x="1117039" y="1082307"/>
                      <a:pt x="1115582" y="1081336"/>
                    </a:cubicBezTo>
                    <a:cubicBezTo>
                      <a:pt x="1114125" y="1080364"/>
                      <a:pt x="1111453" y="1079878"/>
                      <a:pt x="1107567" y="1079878"/>
                    </a:cubicBezTo>
                    <a:lnTo>
                      <a:pt x="1079877" y="1095909"/>
                    </a:lnTo>
                    <a:lnTo>
                      <a:pt x="1065304" y="1088622"/>
                    </a:lnTo>
                    <a:lnTo>
                      <a:pt x="1059475" y="1097366"/>
                    </a:lnTo>
                    <a:cubicBezTo>
                      <a:pt x="1055589" y="1097366"/>
                      <a:pt x="1052431" y="1097366"/>
                      <a:pt x="1050002" y="1097366"/>
                    </a:cubicBezTo>
                    <a:cubicBezTo>
                      <a:pt x="1047573" y="1097366"/>
                      <a:pt x="1042230" y="1097609"/>
                      <a:pt x="1033972" y="1098095"/>
                    </a:cubicBezTo>
                    <a:cubicBezTo>
                      <a:pt x="1025713" y="1098581"/>
                      <a:pt x="1015026" y="1097609"/>
                      <a:pt x="1001911" y="1095180"/>
                    </a:cubicBezTo>
                    <a:cubicBezTo>
                      <a:pt x="988795" y="1092751"/>
                      <a:pt x="981751" y="1092023"/>
                      <a:pt x="980779" y="1092994"/>
                    </a:cubicBezTo>
                    <a:cubicBezTo>
                      <a:pt x="979808" y="1093966"/>
                      <a:pt x="978350" y="1094937"/>
                      <a:pt x="976407" y="1095909"/>
                    </a:cubicBezTo>
                    <a:cubicBezTo>
                      <a:pt x="974464" y="1094937"/>
                      <a:pt x="973250" y="1093480"/>
                      <a:pt x="972764" y="1091537"/>
                    </a:cubicBezTo>
                    <a:cubicBezTo>
                      <a:pt x="972278" y="1089594"/>
                      <a:pt x="966935" y="1088865"/>
                      <a:pt x="956733" y="1089351"/>
                    </a:cubicBezTo>
                    <a:cubicBezTo>
                      <a:pt x="946532" y="1089837"/>
                      <a:pt x="935117" y="1092023"/>
                      <a:pt x="922486" y="1095909"/>
                    </a:cubicBezTo>
                    <a:cubicBezTo>
                      <a:pt x="909856" y="1099795"/>
                      <a:pt x="897955" y="1101981"/>
                      <a:pt x="886782" y="1102467"/>
                    </a:cubicBezTo>
                    <a:cubicBezTo>
                      <a:pt x="875609" y="1102953"/>
                      <a:pt x="862736" y="1100766"/>
                      <a:pt x="848163" y="1095909"/>
                    </a:cubicBezTo>
                    <a:cubicBezTo>
                      <a:pt x="833590" y="1091051"/>
                      <a:pt x="809301" y="1088865"/>
                      <a:pt x="775297" y="1089351"/>
                    </a:cubicBezTo>
                    <a:cubicBezTo>
                      <a:pt x="741292" y="1089837"/>
                      <a:pt x="707774" y="1087408"/>
                      <a:pt x="674741" y="1082064"/>
                    </a:cubicBezTo>
                    <a:cubicBezTo>
                      <a:pt x="641708" y="1076721"/>
                      <a:pt x="616448" y="1070891"/>
                      <a:pt x="598960" y="1064576"/>
                    </a:cubicBezTo>
                    <a:cubicBezTo>
                      <a:pt x="581472" y="1058261"/>
                      <a:pt x="568599" y="1052432"/>
                      <a:pt x="560341" y="1047088"/>
                    </a:cubicBezTo>
                    <a:cubicBezTo>
                      <a:pt x="552083" y="1041745"/>
                      <a:pt x="544068" y="1037373"/>
                      <a:pt x="536295" y="1033972"/>
                    </a:cubicBezTo>
                    <a:cubicBezTo>
                      <a:pt x="528523" y="1030572"/>
                      <a:pt x="522936" y="1027415"/>
                      <a:pt x="519536" y="1024500"/>
                    </a:cubicBezTo>
                    <a:cubicBezTo>
                      <a:pt x="516136" y="1021585"/>
                      <a:pt x="511035" y="1016727"/>
                      <a:pt x="504234" y="1009927"/>
                    </a:cubicBezTo>
                    <a:cubicBezTo>
                      <a:pt x="501320" y="1004097"/>
                      <a:pt x="495490" y="996325"/>
                      <a:pt x="486746" y="986609"/>
                    </a:cubicBezTo>
                    <a:cubicBezTo>
                      <a:pt x="478002" y="976894"/>
                      <a:pt x="469744" y="967664"/>
                      <a:pt x="461972" y="958920"/>
                    </a:cubicBezTo>
                    <a:lnTo>
                      <a:pt x="459057" y="956006"/>
                    </a:lnTo>
                    <a:cubicBezTo>
                      <a:pt x="456142" y="948233"/>
                      <a:pt x="453713" y="942161"/>
                      <a:pt x="451770" y="937789"/>
                    </a:cubicBezTo>
                    <a:cubicBezTo>
                      <a:pt x="449827" y="933417"/>
                      <a:pt x="449827" y="927102"/>
                      <a:pt x="451770" y="918844"/>
                    </a:cubicBezTo>
                    <a:cubicBezTo>
                      <a:pt x="453713" y="910586"/>
                      <a:pt x="455171" y="904999"/>
                      <a:pt x="456142" y="902085"/>
                    </a:cubicBezTo>
                    <a:cubicBezTo>
                      <a:pt x="457114" y="899170"/>
                      <a:pt x="459057" y="894798"/>
                      <a:pt x="461972" y="888969"/>
                    </a:cubicBezTo>
                    <a:lnTo>
                      <a:pt x="478002" y="877310"/>
                    </a:lnTo>
                    <a:cubicBezTo>
                      <a:pt x="479945" y="869538"/>
                      <a:pt x="481403" y="863951"/>
                      <a:pt x="482374" y="860551"/>
                    </a:cubicBezTo>
                    <a:cubicBezTo>
                      <a:pt x="483346" y="857150"/>
                      <a:pt x="486018" y="853264"/>
                      <a:pt x="490390" y="848892"/>
                    </a:cubicBezTo>
                    <a:cubicBezTo>
                      <a:pt x="494761" y="844520"/>
                      <a:pt x="500105" y="836991"/>
                      <a:pt x="506420" y="826304"/>
                    </a:cubicBezTo>
                    <a:cubicBezTo>
                      <a:pt x="512735" y="815617"/>
                      <a:pt x="518807" y="799586"/>
                      <a:pt x="524637" y="778212"/>
                    </a:cubicBezTo>
                    <a:cubicBezTo>
                      <a:pt x="530466" y="756838"/>
                      <a:pt x="537995" y="726720"/>
                      <a:pt x="547225" y="687858"/>
                    </a:cubicBezTo>
                    <a:cubicBezTo>
                      <a:pt x="556455" y="648996"/>
                      <a:pt x="563256" y="614749"/>
                      <a:pt x="567628" y="585116"/>
                    </a:cubicBezTo>
                    <a:cubicBezTo>
                      <a:pt x="572000" y="555484"/>
                      <a:pt x="574186" y="537510"/>
                      <a:pt x="574186" y="531195"/>
                    </a:cubicBezTo>
                    <a:cubicBezTo>
                      <a:pt x="574186" y="524880"/>
                      <a:pt x="574186" y="517837"/>
                      <a:pt x="574186" y="510064"/>
                    </a:cubicBezTo>
                    <a:cubicBezTo>
                      <a:pt x="556698" y="529495"/>
                      <a:pt x="541639" y="550383"/>
                      <a:pt x="529009" y="572729"/>
                    </a:cubicBezTo>
                    <a:lnTo>
                      <a:pt x="523179" y="577101"/>
                    </a:lnTo>
                    <a:cubicBezTo>
                      <a:pt x="522208" y="580016"/>
                      <a:pt x="519293" y="585116"/>
                      <a:pt x="514435" y="592403"/>
                    </a:cubicBezTo>
                    <a:cubicBezTo>
                      <a:pt x="509578" y="599690"/>
                      <a:pt x="504720" y="607219"/>
                      <a:pt x="499862" y="614991"/>
                    </a:cubicBezTo>
                    <a:lnTo>
                      <a:pt x="494033" y="616449"/>
                    </a:lnTo>
                    <a:lnTo>
                      <a:pt x="483832" y="626650"/>
                    </a:lnTo>
                    <a:lnTo>
                      <a:pt x="488204" y="629565"/>
                    </a:lnTo>
                    <a:lnTo>
                      <a:pt x="483832" y="636851"/>
                    </a:lnTo>
                    <a:lnTo>
                      <a:pt x="466344" y="652882"/>
                    </a:lnTo>
                    <a:lnTo>
                      <a:pt x="466344" y="657254"/>
                    </a:lnTo>
                    <a:lnTo>
                      <a:pt x="461972" y="657254"/>
                    </a:lnTo>
                    <a:cubicBezTo>
                      <a:pt x="461000" y="660169"/>
                      <a:pt x="460271" y="662355"/>
                      <a:pt x="459786" y="663812"/>
                    </a:cubicBezTo>
                    <a:cubicBezTo>
                      <a:pt x="459300" y="665269"/>
                      <a:pt x="457843" y="666969"/>
                      <a:pt x="455414" y="668913"/>
                    </a:cubicBezTo>
                    <a:cubicBezTo>
                      <a:pt x="452985" y="670856"/>
                      <a:pt x="449342" y="675228"/>
                      <a:pt x="444484" y="682028"/>
                    </a:cubicBezTo>
                    <a:lnTo>
                      <a:pt x="446511" y="682535"/>
                    </a:lnTo>
                    <a:lnTo>
                      <a:pt x="437197" y="687858"/>
                    </a:lnTo>
                    <a:lnTo>
                      <a:pt x="426996" y="705346"/>
                    </a:lnTo>
                    <a:lnTo>
                      <a:pt x="424081" y="706803"/>
                    </a:lnTo>
                    <a:cubicBezTo>
                      <a:pt x="424081" y="707775"/>
                      <a:pt x="423838" y="708746"/>
                      <a:pt x="423353" y="709718"/>
                    </a:cubicBezTo>
                    <a:cubicBezTo>
                      <a:pt x="422867" y="710689"/>
                      <a:pt x="419709" y="714818"/>
                      <a:pt x="413880" y="722105"/>
                    </a:cubicBezTo>
                    <a:cubicBezTo>
                      <a:pt x="408051" y="729392"/>
                      <a:pt x="399307" y="742265"/>
                      <a:pt x="387648" y="760724"/>
                    </a:cubicBezTo>
                    <a:lnTo>
                      <a:pt x="383276" y="760724"/>
                    </a:lnTo>
                    <a:cubicBezTo>
                      <a:pt x="382305" y="761696"/>
                      <a:pt x="380361" y="764853"/>
                      <a:pt x="377447" y="770197"/>
                    </a:cubicBezTo>
                    <a:cubicBezTo>
                      <a:pt x="374532" y="775540"/>
                      <a:pt x="371132" y="781127"/>
                      <a:pt x="367246" y="786956"/>
                    </a:cubicBezTo>
                    <a:lnTo>
                      <a:pt x="363643" y="786956"/>
                    </a:lnTo>
                    <a:lnTo>
                      <a:pt x="367974" y="780398"/>
                    </a:lnTo>
                    <a:cubicBezTo>
                      <a:pt x="371860" y="774569"/>
                      <a:pt x="375018" y="769954"/>
                      <a:pt x="377447" y="766553"/>
                    </a:cubicBezTo>
                    <a:cubicBezTo>
                      <a:pt x="382305" y="759752"/>
                      <a:pt x="385219" y="755623"/>
                      <a:pt x="386191" y="754166"/>
                    </a:cubicBezTo>
                    <a:cubicBezTo>
                      <a:pt x="387162" y="752709"/>
                      <a:pt x="388134" y="751009"/>
                      <a:pt x="389105" y="749065"/>
                    </a:cubicBezTo>
                    <a:cubicBezTo>
                      <a:pt x="382305" y="753923"/>
                      <a:pt x="376475" y="759752"/>
                      <a:pt x="371618" y="766553"/>
                    </a:cubicBezTo>
                    <a:lnTo>
                      <a:pt x="371618" y="765096"/>
                    </a:lnTo>
                    <a:lnTo>
                      <a:pt x="381819" y="749065"/>
                    </a:lnTo>
                    <a:lnTo>
                      <a:pt x="380361" y="744693"/>
                    </a:lnTo>
                    <a:cubicBezTo>
                      <a:pt x="373561" y="753437"/>
                      <a:pt x="367731" y="762181"/>
                      <a:pt x="362874" y="770925"/>
                    </a:cubicBezTo>
                    <a:lnTo>
                      <a:pt x="346843" y="785499"/>
                    </a:lnTo>
                    <a:cubicBezTo>
                      <a:pt x="339071" y="793271"/>
                      <a:pt x="333241" y="801529"/>
                      <a:pt x="329355" y="810273"/>
                    </a:cubicBezTo>
                    <a:lnTo>
                      <a:pt x="326440" y="808816"/>
                    </a:lnTo>
                    <a:lnTo>
                      <a:pt x="323526" y="817560"/>
                    </a:lnTo>
                    <a:lnTo>
                      <a:pt x="322069" y="816102"/>
                    </a:lnTo>
                    <a:lnTo>
                      <a:pt x="301666" y="839420"/>
                    </a:lnTo>
                    <a:lnTo>
                      <a:pt x="290007" y="849621"/>
                    </a:lnTo>
                    <a:cubicBezTo>
                      <a:pt x="289036" y="851564"/>
                      <a:pt x="287821" y="853507"/>
                      <a:pt x="286364" y="855450"/>
                    </a:cubicBezTo>
                    <a:cubicBezTo>
                      <a:pt x="284907" y="857393"/>
                      <a:pt x="281506" y="860794"/>
                      <a:pt x="276163" y="865651"/>
                    </a:cubicBezTo>
                    <a:cubicBezTo>
                      <a:pt x="270819" y="870509"/>
                      <a:pt x="262318" y="879253"/>
                      <a:pt x="250660" y="891883"/>
                    </a:cubicBezTo>
                    <a:lnTo>
                      <a:pt x="247745" y="891883"/>
                    </a:lnTo>
                    <a:cubicBezTo>
                      <a:pt x="237058" y="905485"/>
                      <a:pt x="226857" y="919087"/>
                      <a:pt x="217141" y="932688"/>
                    </a:cubicBezTo>
                    <a:lnTo>
                      <a:pt x="182165" y="964749"/>
                    </a:lnTo>
                    <a:lnTo>
                      <a:pt x="144275" y="1005555"/>
                    </a:lnTo>
                    <a:lnTo>
                      <a:pt x="134074" y="1009927"/>
                    </a:lnTo>
                    <a:cubicBezTo>
                      <a:pt x="132130" y="1008955"/>
                      <a:pt x="129702" y="1007983"/>
                      <a:pt x="126787" y="1007012"/>
                    </a:cubicBezTo>
                    <a:cubicBezTo>
                      <a:pt x="129702" y="1004097"/>
                      <a:pt x="135288" y="998511"/>
                      <a:pt x="143546" y="990253"/>
                    </a:cubicBezTo>
                    <a:cubicBezTo>
                      <a:pt x="151804" y="981995"/>
                      <a:pt x="156176" y="976408"/>
                      <a:pt x="156662" y="973493"/>
                    </a:cubicBezTo>
                    <a:cubicBezTo>
                      <a:pt x="157148" y="970579"/>
                      <a:pt x="157877" y="968150"/>
                      <a:pt x="158848" y="966207"/>
                    </a:cubicBezTo>
                    <a:lnTo>
                      <a:pt x="157391" y="964749"/>
                    </a:lnTo>
                    <a:lnTo>
                      <a:pt x="144275" y="973493"/>
                    </a:lnTo>
                    <a:cubicBezTo>
                      <a:pt x="143303" y="972522"/>
                      <a:pt x="142089" y="971550"/>
                      <a:pt x="140632" y="970579"/>
                    </a:cubicBezTo>
                    <a:cubicBezTo>
                      <a:pt x="139174" y="969607"/>
                      <a:pt x="134802" y="971550"/>
                      <a:pt x="127516" y="976408"/>
                    </a:cubicBezTo>
                    <a:cubicBezTo>
                      <a:pt x="120229" y="981266"/>
                      <a:pt x="113671" y="986124"/>
                      <a:pt x="107842" y="990981"/>
                    </a:cubicBezTo>
                    <a:cubicBezTo>
                      <a:pt x="102012" y="995839"/>
                      <a:pt x="97640" y="998754"/>
                      <a:pt x="94726" y="999725"/>
                    </a:cubicBezTo>
                    <a:lnTo>
                      <a:pt x="103470" y="990981"/>
                    </a:lnTo>
                    <a:lnTo>
                      <a:pt x="112214" y="980780"/>
                    </a:lnTo>
                    <a:cubicBezTo>
                      <a:pt x="122901" y="973008"/>
                      <a:pt x="133588" y="964749"/>
                      <a:pt x="144275" y="956006"/>
                    </a:cubicBezTo>
                    <a:lnTo>
                      <a:pt x="141360" y="953091"/>
                    </a:lnTo>
                    <a:lnTo>
                      <a:pt x="154476" y="939975"/>
                    </a:lnTo>
                    <a:cubicBezTo>
                      <a:pt x="169049" y="921516"/>
                      <a:pt x="180222" y="908885"/>
                      <a:pt x="187995" y="902085"/>
                    </a:cubicBezTo>
                    <a:cubicBezTo>
                      <a:pt x="195767" y="895284"/>
                      <a:pt x="199653" y="891398"/>
                      <a:pt x="199653" y="890426"/>
                    </a:cubicBezTo>
                    <a:cubicBezTo>
                      <a:pt x="199653" y="889454"/>
                      <a:pt x="199653" y="887997"/>
                      <a:pt x="199653" y="886054"/>
                    </a:cubicBezTo>
                    <a:lnTo>
                      <a:pt x="204025" y="884597"/>
                    </a:lnTo>
                    <a:lnTo>
                      <a:pt x="220056" y="853993"/>
                    </a:lnTo>
                    <a:lnTo>
                      <a:pt x="212769" y="855450"/>
                    </a:lnTo>
                    <a:lnTo>
                      <a:pt x="220056" y="851078"/>
                    </a:lnTo>
                    <a:lnTo>
                      <a:pt x="217141" y="846706"/>
                    </a:lnTo>
                    <a:cubicBezTo>
                      <a:pt x="221027" y="843792"/>
                      <a:pt x="223456" y="841363"/>
                      <a:pt x="224428" y="839420"/>
                    </a:cubicBezTo>
                    <a:cubicBezTo>
                      <a:pt x="225399" y="837476"/>
                      <a:pt x="225885" y="835533"/>
                      <a:pt x="225885" y="833590"/>
                    </a:cubicBezTo>
                    <a:cubicBezTo>
                      <a:pt x="225885" y="831647"/>
                      <a:pt x="226857" y="829704"/>
                      <a:pt x="228800" y="827761"/>
                    </a:cubicBezTo>
                    <a:cubicBezTo>
                      <a:pt x="230743" y="825818"/>
                      <a:pt x="232200" y="823632"/>
                      <a:pt x="233172" y="821203"/>
                    </a:cubicBezTo>
                    <a:cubicBezTo>
                      <a:pt x="234143" y="818774"/>
                      <a:pt x="236086" y="814159"/>
                      <a:pt x="239001" y="807358"/>
                    </a:cubicBezTo>
                    <a:lnTo>
                      <a:pt x="246288" y="801529"/>
                    </a:lnTo>
                    <a:lnTo>
                      <a:pt x="244830" y="800072"/>
                    </a:lnTo>
                    <a:cubicBezTo>
                      <a:pt x="250660" y="789385"/>
                      <a:pt x="255031" y="782098"/>
                      <a:pt x="257946" y="778212"/>
                    </a:cubicBezTo>
                    <a:cubicBezTo>
                      <a:pt x="260861" y="774326"/>
                      <a:pt x="262075" y="771654"/>
                      <a:pt x="261589" y="770197"/>
                    </a:cubicBezTo>
                    <a:cubicBezTo>
                      <a:pt x="261104" y="768739"/>
                      <a:pt x="261347" y="767525"/>
                      <a:pt x="262318" y="766553"/>
                    </a:cubicBezTo>
                    <a:lnTo>
                      <a:pt x="266690" y="768011"/>
                    </a:lnTo>
                    <a:lnTo>
                      <a:pt x="268147" y="765096"/>
                    </a:lnTo>
                    <a:lnTo>
                      <a:pt x="265233" y="763639"/>
                    </a:lnTo>
                    <a:lnTo>
                      <a:pt x="279806" y="738864"/>
                    </a:lnTo>
                    <a:lnTo>
                      <a:pt x="288550" y="731578"/>
                    </a:lnTo>
                    <a:lnTo>
                      <a:pt x="284178" y="731578"/>
                    </a:lnTo>
                    <a:lnTo>
                      <a:pt x="287093" y="728663"/>
                    </a:lnTo>
                    <a:lnTo>
                      <a:pt x="288550" y="730120"/>
                    </a:lnTo>
                    <a:cubicBezTo>
                      <a:pt x="321583" y="676685"/>
                      <a:pt x="355101" y="623250"/>
                      <a:pt x="389105" y="569814"/>
                    </a:cubicBezTo>
                    <a:cubicBezTo>
                      <a:pt x="384248" y="570786"/>
                      <a:pt x="379876" y="571272"/>
                      <a:pt x="375989" y="571272"/>
                    </a:cubicBezTo>
                    <a:lnTo>
                      <a:pt x="383276" y="565442"/>
                    </a:lnTo>
                    <a:lnTo>
                      <a:pt x="380361" y="561070"/>
                    </a:lnTo>
                    <a:lnTo>
                      <a:pt x="367246" y="572729"/>
                    </a:lnTo>
                    <a:lnTo>
                      <a:pt x="361416" y="566900"/>
                    </a:lnTo>
                    <a:cubicBezTo>
                      <a:pt x="357530" y="570786"/>
                      <a:pt x="343443" y="578315"/>
                      <a:pt x="319154" y="589488"/>
                    </a:cubicBezTo>
                    <a:cubicBezTo>
                      <a:pt x="294865" y="600661"/>
                      <a:pt x="279320" y="609162"/>
                      <a:pt x="272519" y="614991"/>
                    </a:cubicBezTo>
                    <a:lnTo>
                      <a:pt x="275434" y="610619"/>
                    </a:lnTo>
                    <a:cubicBezTo>
                      <a:pt x="269605" y="611591"/>
                      <a:pt x="264747" y="613291"/>
                      <a:pt x="260861" y="615720"/>
                    </a:cubicBezTo>
                    <a:cubicBezTo>
                      <a:pt x="256975" y="618149"/>
                      <a:pt x="254060" y="619606"/>
                      <a:pt x="252117" y="620092"/>
                    </a:cubicBezTo>
                    <a:cubicBezTo>
                      <a:pt x="250174" y="620578"/>
                      <a:pt x="247745" y="620821"/>
                      <a:pt x="244830" y="620821"/>
                    </a:cubicBezTo>
                    <a:lnTo>
                      <a:pt x="247745" y="617906"/>
                    </a:lnTo>
                    <a:lnTo>
                      <a:pt x="253574" y="610619"/>
                    </a:lnTo>
                    <a:cubicBezTo>
                      <a:pt x="249688" y="611591"/>
                      <a:pt x="244587" y="613291"/>
                      <a:pt x="238272" y="615720"/>
                    </a:cubicBezTo>
                    <a:cubicBezTo>
                      <a:pt x="231957" y="618149"/>
                      <a:pt x="226371" y="620821"/>
                      <a:pt x="221513" y="623735"/>
                    </a:cubicBezTo>
                    <a:cubicBezTo>
                      <a:pt x="216655" y="626650"/>
                      <a:pt x="208154" y="630536"/>
                      <a:pt x="196010" y="635394"/>
                    </a:cubicBezTo>
                    <a:cubicBezTo>
                      <a:pt x="183865" y="640252"/>
                      <a:pt x="171478" y="645595"/>
                      <a:pt x="158848" y="651425"/>
                    </a:cubicBezTo>
                    <a:lnTo>
                      <a:pt x="158848" y="654339"/>
                    </a:lnTo>
                    <a:lnTo>
                      <a:pt x="141360" y="661626"/>
                    </a:lnTo>
                    <a:lnTo>
                      <a:pt x="147189" y="655797"/>
                    </a:lnTo>
                    <a:cubicBezTo>
                      <a:pt x="146218" y="655797"/>
                      <a:pt x="145246" y="655797"/>
                      <a:pt x="144275" y="655797"/>
                    </a:cubicBezTo>
                    <a:cubicBezTo>
                      <a:pt x="143303" y="655797"/>
                      <a:pt x="139903" y="657497"/>
                      <a:pt x="134074" y="660897"/>
                    </a:cubicBezTo>
                    <a:cubicBezTo>
                      <a:pt x="128244" y="664298"/>
                      <a:pt x="118286" y="668913"/>
                      <a:pt x="104198" y="674742"/>
                    </a:cubicBezTo>
                    <a:cubicBezTo>
                      <a:pt x="90111" y="680571"/>
                      <a:pt x="79181" y="683243"/>
                      <a:pt x="71409" y="682757"/>
                    </a:cubicBezTo>
                    <a:cubicBezTo>
                      <a:pt x="63636" y="682271"/>
                      <a:pt x="54892" y="682514"/>
                      <a:pt x="45177" y="683486"/>
                    </a:cubicBezTo>
                    <a:cubicBezTo>
                      <a:pt x="39347" y="675713"/>
                      <a:pt x="34733" y="670370"/>
                      <a:pt x="31332" y="667455"/>
                    </a:cubicBezTo>
                    <a:cubicBezTo>
                      <a:pt x="27932" y="664541"/>
                      <a:pt x="26232" y="659683"/>
                      <a:pt x="26232" y="652882"/>
                    </a:cubicBezTo>
                    <a:cubicBezTo>
                      <a:pt x="26232" y="646081"/>
                      <a:pt x="23803" y="640495"/>
                      <a:pt x="18945" y="636123"/>
                    </a:cubicBezTo>
                    <a:cubicBezTo>
                      <a:pt x="14087" y="631751"/>
                      <a:pt x="10201" y="626650"/>
                      <a:pt x="7286" y="620821"/>
                    </a:cubicBezTo>
                    <a:cubicBezTo>
                      <a:pt x="4372" y="614991"/>
                      <a:pt x="4372" y="609162"/>
                      <a:pt x="7286" y="603333"/>
                    </a:cubicBezTo>
                    <a:cubicBezTo>
                      <a:pt x="10201" y="597504"/>
                      <a:pt x="9715" y="592403"/>
                      <a:pt x="5829" y="588031"/>
                    </a:cubicBezTo>
                    <a:cubicBezTo>
                      <a:pt x="1943" y="583659"/>
                      <a:pt x="0" y="579530"/>
                      <a:pt x="0" y="575644"/>
                    </a:cubicBezTo>
                    <a:cubicBezTo>
                      <a:pt x="0" y="571758"/>
                      <a:pt x="728" y="568843"/>
                      <a:pt x="2186" y="566900"/>
                    </a:cubicBezTo>
                    <a:cubicBezTo>
                      <a:pt x="3643" y="564957"/>
                      <a:pt x="6315" y="562528"/>
                      <a:pt x="10201" y="559613"/>
                    </a:cubicBezTo>
                    <a:lnTo>
                      <a:pt x="34975" y="549412"/>
                    </a:lnTo>
                    <a:lnTo>
                      <a:pt x="37890" y="530467"/>
                    </a:lnTo>
                    <a:cubicBezTo>
                      <a:pt x="42748" y="527552"/>
                      <a:pt x="45905" y="525123"/>
                      <a:pt x="47363" y="523180"/>
                    </a:cubicBezTo>
                    <a:cubicBezTo>
                      <a:pt x="48820" y="521237"/>
                      <a:pt x="52463" y="520265"/>
                      <a:pt x="58293" y="520265"/>
                    </a:cubicBezTo>
                    <a:cubicBezTo>
                      <a:pt x="64122" y="520265"/>
                      <a:pt x="69223" y="520751"/>
                      <a:pt x="73595" y="521723"/>
                    </a:cubicBezTo>
                    <a:cubicBezTo>
                      <a:pt x="77967" y="522694"/>
                      <a:pt x="81124" y="522937"/>
                      <a:pt x="83067" y="522451"/>
                    </a:cubicBezTo>
                    <a:cubicBezTo>
                      <a:pt x="85010" y="521966"/>
                      <a:pt x="86953" y="521237"/>
                      <a:pt x="88896" y="520265"/>
                    </a:cubicBezTo>
                    <a:lnTo>
                      <a:pt x="99098" y="526095"/>
                    </a:lnTo>
                    <a:lnTo>
                      <a:pt x="116586" y="515893"/>
                    </a:lnTo>
                    <a:cubicBezTo>
                      <a:pt x="111728" y="518808"/>
                      <a:pt x="108813" y="523180"/>
                      <a:pt x="107842" y="529009"/>
                    </a:cubicBezTo>
                    <a:lnTo>
                      <a:pt x="109299" y="531924"/>
                    </a:lnTo>
                    <a:cubicBezTo>
                      <a:pt x="116100" y="530952"/>
                      <a:pt x="122172" y="529738"/>
                      <a:pt x="127516" y="528281"/>
                    </a:cubicBezTo>
                    <a:cubicBezTo>
                      <a:pt x="132859" y="526823"/>
                      <a:pt x="152776" y="518565"/>
                      <a:pt x="187266" y="503506"/>
                    </a:cubicBezTo>
                    <a:cubicBezTo>
                      <a:pt x="221756" y="488447"/>
                      <a:pt x="270576" y="465616"/>
                      <a:pt x="333727" y="435012"/>
                    </a:cubicBezTo>
                    <a:cubicBezTo>
                      <a:pt x="396878" y="404408"/>
                      <a:pt x="471687" y="366760"/>
                      <a:pt x="558155" y="322069"/>
                    </a:cubicBezTo>
                    <a:lnTo>
                      <a:pt x="559612" y="307496"/>
                    </a:lnTo>
                    <a:lnTo>
                      <a:pt x="569814" y="301667"/>
                    </a:lnTo>
                    <a:lnTo>
                      <a:pt x="574186" y="307496"/>
                    </a:lnTo>
                    <a:cubicBezTo>
                      <a:pt x="578072" y="306524"/>
                      <a:pt x="580987" y="305553"/>
                      <a:pt x="582930" y="304581"/>
                    </a:cubicBezTo>
                    <a:lnTo>
                      <a:pt x="593131" y="294380"/>
                    </a:lnTo>
                    <a:cubicBezTo>
                      <a:pt x="595074" y="293408"/>
                      <a:pt x="596774" y="292923"/>
                      <a:pt x="598232" y="292923"/>
                    </a:cubicBezTo>
                    <a:cubicBezTo>
                      <a:pt x="599689" y="292923"/>
                      <a:pt x="600903" y="291951"/>
                      <a:pt x="601875" y="290008"/>
                    </a:cubicBezTo>
                    <a:cubicBezTo>
                      <a:pt x="602846" y="288065"/>
                      <a:pt x="603818" y="287093"/>
                      <a:pt x="604789" y="287093"/>
                    </a:cubicBezTo>
                    <a:cubicBezTo>
                      <a:pt x="605761" y="287093"/>
                      <a:pt x="608190" y="286608"/>
                      <a:pt x="612076" y="285636"/>
                    </a:cubicBezTo>
                    <a:lnTo>
                      <a:pt x="622277" y="272520"/>
                    </a:lnTo>
                    <a:lnTo>
                      <a:pt x="633936" y="265233"/>
                    </a:lnTo>
                    <a:cubicBezTo>
                      <a:pt x="636851" y="258433"/>
                      <a:pt x="641223" y="252603"/>
                      <a:pt x="647052" y="247746"/>
                    </a:cubicBezTo>
                    <a:lnTo>
                      <a:pt x="651424" y="250660"/>
                    </a:lnTo>
                    <a:close/>
                    <a:moveTo>
                      <a:pt x="303123" y="0"/>
                    </a:moveTo>
                    <a:lnTo>
                      <a:pt x="310410" y="5830"/>
                    </a:lnTo>
                    <a:cubicBezTo>
                      <a:pt x="312353" y="7773"/>
                      <a:pt x="314782" y="9473"/>
                      <a:pt x="317696" y="10930"/>
                    </a:cubicBezTo>
                    <a:cubicBezTo>
                      <a:pt x="320611" y="12387"/>
                      <a:pt x="323283" y="13116"/>
                      <a:pt x="325712" y="13116"/>
                    </a:cubicBezTo>
                    <a:cubicBezTo>
                      <a:pt x="328141" y="13116"/>
                      <a:pt x="331784" y="13602"/>
                      <a:pt x="336642" y="14573"/>
                    </a:cubicBezTo>
                    <a:cubicBezTo>
                      <a:pt x="341499" y="15545"/>
                      <a:pt x="346600" y="18460"/>
                      <a:pt x="351944" y="23317"/>
                    </a:cubicBezTo>
                    <a:cubicBezTo>
                      <a:pt x="357287" y="28175"/>
                      <a:pt x="365060" y="33033"/>
                      <a:pt x="375261" y="37891"/>
                    </a:cubicBezTo>
                    <a:cubicBezTo>
                      <a:pt x="385462" y="42748"/>
                      <a:pt x="399550" y="45420"/>
                      <a:pt x="417523" y="45906"/>
                    </a:cubicBezTo>
                    <a:cubicBezTo>
                      <a:pt x="435497" y="46392"/>
                      <a:pt x="457843" y="45663"/>
                      <a:pt x="484560" y="43720"/>
                    </a:cubicBezTo>
                    <a:cubicBezTo>
                      <a:pt x="511278" y="41777"/>
                      <a:pt x="529009" y="38376"/>
                      <a:pt x="537753" y="33519"/>
                    </a:cubicBezTo>
                    <a:cubicBezTo>
                      <a:pt x="546497" y="28661"/>
                      <a:pt x="552326" y="24289"/>
                      <a:pt x="555240" y="20403"/>
                    </a:cubicBezTo>
                    <a:cubicBezTo>
                      <a:pt x="558155" y="16517"/>
                      <a:pt x="561798" y="14573"/>
                      <a:pt x="566170" y="14573"/>
                    </a:cubicBezTo>
                    <a:cubicBezTo>
                      <a:pt x="570542" y="14573"/>
                      <a:pt x="576129" y="13602"/>
                      <a:pt x="582930" y="11659"/>
                    </a:cubicBezTo>
                    <a:lnTo>
                      <a:pt x="590216" y="16031"/>
                    </a:lnTo>
                    <a:cubicBezTo>
                      <a:pt x="595074" y="15059"/>
                      <a:pt x="598960" y="13602"/>
                      <a:pt x="601875" y="11659"/>
                    </a:cubicBezTo>
                    <a:cubicBezTo>
                      <a:pt x="604789" y="9716"/>
                      <a:pt x="609404" y="9959"/>
                      <a:pt x="615719" y="12387"/>
                    </a:cubicBezTo>
                    <a:cubicBezTo>
                      <a:pt x="622035" y="14816"/>
                      <a:pt x="627621" y="17974"/>
                      <a:pt x="632479" y="21860"/>
                    </a:cubicBezTo>
                    <a:cubicBezTo>
                      <a:pt x="637336" y="25746"/>
                      <a:pt x="642923" y="29147"/>
                      <a:pt x="649238" y="32061"/>
                    </a:cubicBezTo>
                    <a:cubicBezTo>
                      <a:pt x="655553" y="34976"/>
                      <a:pt x="662840" y="36190"/>
                      <a:pt x="671098" y="35705"/>
                    </a:cubicBezTo>
                    <a:cubicBezTo>
                      <a:pt x="679356" y="35219"/>
                      <a:pt x="686400" y="37648"/>
                      <a:pt x="692229" y="42991"/>
                    </a:cubicBezTo>
                    <a:cubicBezTo>
                      <a:pt x="698058" y="48335"/>
                      <a:pt x="703402" y="52221"/>
                      <a:pt x="708260" y="54650"/>
                    </a:cubicBezTo>
                    <a:cubicBezTo>
                      <a:pt x="713117" y="57079"/>
                      <a:pt x="720404" y="61208"/>
                      <a:pt x="730119" y="67037"/>
                    </a:cubicBezTo>
                    <a:cubicBezTo>
                      <a:pt x="734006" y="69952"/>
                      <a:pt x="736920" y="72138"/>
                      <a:pt x="738863" y="73595"/>
                    </a:cubicBezTo>
                    <a:cubicBezTo>
                      <a:pt x="740806" y="75052"/>
                      <a:pt x="742750" y="79910"/>
                      <a:pt x="744693" y="88168"/>
                    </a:cubicBezTo>
                    <a:cubicBezTo>
                      <a:pt x="746636" y="96427"/>
                      <a:pt x="750522" y="109785"/>
                      <a:pt x="756351" y="128245"/>
                    </a:cubicBezTo>
                    <a:lnTo>
                      <a:pt x="749065" y="136989"/>
                    </a:lnTo>
                    <a:cubicBezTo>
                      <a:pt x="750036" y="145733"/>
                      <a:pt x="750522" y="154477"/>
                      <a:pt x="750522" y="163221"/>
                    </a:cubicBezTo>
                    <a:lnTo>
                      <a:pt x="735949" y="176337"/>
                    </a:lnTo>
                    <a:lnTo>
                      <a:pt x="734491" y="187995"/>
                    </a:lnTo>
                    <a:cubicBezTo>
                      <a:pt x="730605" y="189938"/>
                      <a:pt x="727205" y="190910"/>
                      <a:pt x="724290" y="190910"/>
                    </a:cubicBezTo>
                    <a:cubicBezTo>
                      <a:pt x="721376" y="190910"/>
                      <a:pt x="718461" y="193096"/>
                      <a:pt x="715546" y="197468"/>
                    </a:cubicBezTo>
                    <a:cubicBezTo>
                      <a:pt x="712632" y="201840"/>
                      <a:pt x="708745" y="204026"/>
                      <a:pt x="703888" y="204026"/>
                    </a:cubicBezTo>
                    <a:cubicBezTo>
                      <a:pt x="699030" y="204026"/>
                      <a:pt x="695387" y="202568"/>
                      <a:pt x="692958" y="199654"/>
                    </a:cubicBezTo>
                    <a:cubicBezTo>
                      <a:pt x="690529" y="196739"/>
                      <a:pt x="686886" y="195039"/>
                      <a:pt x="682028" y="194553"/>
                    </a:cubicBezTo>
                    <a:cubicBezTo>
                      <a:pt x="677170" y="194067"/>
                      <a:pt x="671341" y="193339"/>
                      <a:pt x="664540" y="192367"/>
                    </a:cubicBezTo>
                    <a:cubicBezTo>
                      <a:pt x="664540" y="196253"/>
                      <a:pt x="664054" y="200140"/>
                      <a:pt x="663083" y="204026"/>
                    </a:cubicBezTo>
                    <a:lnTo>
                      <a:pt x="652881" y="204026"/>
                    </a:lnTo>
                    <a:lnTo>
                      <a:pt x="651424" y="202568"/>
                    </a:lnTo>
                    <a:lnTo>
                      <a:pt x="645595" y="195282"/>
                    </a:lnTo>
                    <a:cubicBezTo>
                      <a:pt x="640737" y="197225"/>
                      <a:pt x="636851" y="198682"/>
                      <a:pt x="633936" y="199654"/>
                    </a:cubicBezTo>
                    <a:cubicBezTo>
                      <a:pt x="631021" y="200625"/>
                      <a:pt x="627864" y="200140"/>
                      <a:pt x="624463" y="198196"/>
                    </a:cubicBezTo>
                    <a:cubicBezTo>
                      <a:pt x="621063" y="196253"/>
                      <a:pt x="615719" y="195039"/>
                      <a:pt x="608433" y="194553"/>
                    </a:cubicBezTo>
                    <a:cubicBezTo>
                      <a:pt x="601146" y="194067"/>
                      <a:pt x="587544" y="195039"/>
                      <a:pt x="567628" y="197468"/>
                    </a:cubicBezTo>
                    <a:cubicBezTo>
                      <a:pt x="547711" y="199897"/>
                      <a:pt x="531438" y="203054"/>
                      <a:pt x="518807" y="206940"/>
                    </a:cubicBezTo>
                    <a:cubicBezTo>
                      <a:pt x="506177" y="210827"/>
                      <a:pt x="492818" y="216899"/>
                      <a:pt x="478731" y="225157"/>
                    </a:cubicBezTo>
                    <a:cubicBezTo>
                      <a:pt x="464643" y="233415"/>
                      <a:pt x="443269" y="248960"/>
                      <a:pt x="414609" y="271791"/>
                    </a:cubicBezTo>
                    <a:cubicBezTo>
                      <a:pt x="385948" y="294623"/>
                      <a:pt x="364574" y="313811"/>
                      <a:pt x="350486" y="329356"/>
                    </a:cubicBezTo>
                    <a:cubicBezTo>
                      <a:pt x="336399" y="344901"/>
                      <a:pt x="325226" y="352916"/>
                      <a:pt x="316968" y="353402"/>
                    </a:cubicBezTo>
                    <a:cubicBezTo>
                      <a:pt x="308710" y="353887"/>
                      <a:pt x="302637" y="355831"/>
                      <a:pt x="298751" y="359231"/>
                    </a:cubicBezTo>
                    <a:cubicBezTo>
                      <a:pt x="294865" y="362631"/>
                      <a:pt x="287578" y="368704"/>
                      <a:pt x="276891" y="377448"/>
                    </a:cubicBezTo>
                    <a:lnTo>
                      <a:pt x="316239" y="342472"/>
                    </a:lnTo>
                    <a:cubicBezTo>
                      <a:pt x="358016" y="295837"/>
                      <a:pt x="389591" y="263047"/>
                      <a:pt x="410965" y="244102"/>
                    </a:cubicBezTo>
                    <a:cubicBezTo>
                      <a:pt x="432339" y="225157"/>
                      <a:pt x="443269" y="214470"/>
                      <a:pt x="443755" y="212041"/>
                    </a:cubicBezTo>
                    <a:cubicBezTo>
                      <a:pt x="444241" y="209612"/>
                      <a:pt x="444484" y="207426"/>
                      <a:pt x="444484" y="205483"/>
                    </a:cubicBezTo>
                    <a:cubicBezTo>
                      <a:pt x="440598" y="205483"/>
                      <a:pt x="428939" y="204269"/>
                      <a:pt x="409508" y="201840"/>
                    </a:cubicBezTo>
                    <a:cubicBezTo>
                      <a:pt x="390077" y="199411"/>
                      <a:pt x="374289" y="196011"/>
                      <a:pt x="362145" y="191639"/>
                    </a:cubicBezTo>
                    <a:cubicBezTo>
                      <a:pt x="350001" y="187267"/>
                      <a:pt x="341257" y="183380"/>
                      <a:pt x="335913" y="179980"/>
                    </a:cubicBezTo>
                    <a:cubicBezTo>
                      <a:pt x="330570" y="176579"/>
                      <a:pt x="324012" y="171479"/>
                      <a:pt x="316239" y="164678"/>
                    </a:cubicBezTo>
                    <a:cubicBezTo>
                      <a:pt x="305552" y="146218"/>
                      <a:pt x="298023" y="133831"/>
                      <a:pt x="293651" y="127516"/>
                    </a:cubicBezTo>
                    <a:cubicBezTo>
                      <a:pt x="289279" y="121201"/>
                      <a:pt x="285392" y="113672"/>
                      <a:pt x="281992" y="104928"/>
                    </a:cubicBezTo>
                    <a:cubicBezTo>
                      <a:pt x="278592" y="96184"/>
                      <a:pt x="276891" y="83311"/>
                      <a:pt x="276891" y="66309"/>
                    </a:cubicBezTo>
                    <a:cubicBezTo>
                      <a:pt x="276891" y="49306"/>
                      <a:pt x="278106" y="38619"/>
                      <a:pt x="280535" y="34247"/>
                    </a:cubicBezTo>
                    <a:cubicBezTo>
                      <a:pt x="282964" y="29875"/>
                      <a:pt x="285635" y="24289"/>
                      <a:pt x="288550" y="17488"/>
                    </a:cubicBezTo>
                    <a:lnTo>
                      <a:pt x="294379" y="1748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4D7BA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11500">
                  <a:solidFill>
                    <a:schemeClr val="bg1"/>
                  </a:solidFill>
                  <a:latin typeface="汉仪尚巍手书W" panose="00020600040101010101" pitchFamily="18" charset="-122"/>
                  <a:ea typeface="汉仪尚巍手书W" panose="00020600040101010101" pitchFamily="18" charset="-122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7262993" y="2050271"/>
                <a:ext cx="930747" cy="772297"/>
              </a:xfrm>
              <a:custGeom>
                <a:avLst/>
                <a:gdLst/>
                <a:ahLst/>
                <a:cxnLst/>
                <a:rect l="l" t="t" r="r" b="b"/>
                <a:pathLst>
                  <a:path w="930747" h="772297">
                    <a:moveTo>
                      <a:pt x="329870" y="491462"/>
                    </a:moveTo>
                    <a:lnTo>
                      <a:pt x="294208" y="500377"/>
                    </a:lnTo>
                    <a:lnTo>
                      <a:pt x="294208" y="513750"/>
                    </a:lnTo>
                    <a:lnTo>
                      <a:pt x="329870" y="492576"/>
                    </a:lnTo>
                    <a:close/>
                    <a:moveTo>
                      <a:pt x="313154" y="484775"/>
                    </a:moveTo>
                    <a:lnTo>
                      <a:pt x="290865" y="492576"/>
                    </a:lnTo>
                    <a:lnTo>
                      <a:pt x="293094" y="497034"/>
                    </a:lnTo>
                    <a:close/>
                    <a:moveTo>
                      <a:pt x="683143" y="319840"/>
                    </a:moveTo>
                    <a:cubicBezTo>
                      <a:pt x="679428" y="329499"/>
                      <a:pt x="675713" y="337485"/>
                      <a:pt x="671998" y="343800"/>
                    </a:cubicBezTo>
                    <a:cubicBezTo>
                      <a:pt x="668284" y="350116"/>
                      <a:pt x="664197" y="360145"/>
                      <a:pt x="659740" y="373890"/>
                    </a:cubicBezTo>
                    <a:cubicBezTo>
                      <a:pt x="655282" y="387634"/>
                      <a:pt x="647853" y="412709"/>
                      <a:pt x="637451" y="449114"/>
                    </a:cubicBezTo>
                    <a:lnTo>
                      <a:pt x="639680" y="446885"/>
                    </a:lnTo>
                    <a:cubicBezTo>
                      <a:pt x="642652" y="440198"/>
                      <a:pt x="648781" y="424410"/>
                      <a:pt x="658068" y="399522"/>
                    </a:cubicBezTo>
                    <a:cubicBezTo>
                      <a:pt x="667355" y="374633"/>
                      <a:pt x="676828" y="348072"/>
                      <a:pt x="686486" y="319840"/>
                    </a:cubicBezTo>
                    <a:close/>
                    <a:moveTo>
                      <a:pt x="404536" y="317611"/>
                    </a:moveTo>
                    <a:cubicBezTo>
                      <a:pt x="386706" y="322812"/>
                      <a:pt x="366646" y="328198"/>
                      <a:pt x="344357" y="333771"/>
                    </a:cubicBezTo>
                    <a:cubicBezTo>
                      <a:pt x="322069" y="339343"/>
                      <a:pt x="301266" y="345844"/>
                      <a:pt x="281950" y="353273"/>
                    </a:cubicBezTo>
                    <a:lnTo>
                      <a:pt x="284178" y="417910"/>
                    </a:lnTo>
                    <a:lnTo>
                      <a:pt x="413452" y="320955"/>
                    </a:lnTo>
                    <a:lnTo>
                      <a:pt x="405651" y="319840"/>
                    </a:lnTo>
                    <a:close/>
                    <a:moveTo>
                      <a:pt x="549412" y="289820"/>
                    </a:moveTo>
                    <a:cubicBezTo>
                      <a:pt x="546068" y="289681"/>
                      <a:pt x="539382" y="290587"/>
                      <a:pt x="529352" y="292537"/>
                    </a:cubicBezTo>
                    <a:cubicBezTo>
                      <a:pt x="515979" y="295137"/>
                      <a:pt x="502792" y="299409"/>
                      <a:pt x="489790" y="305353"/>
                    </a:cubicBezTo>
                    <a:cubicBezTo>
                      <a:pt x="476788" y="311296"/>
                      <a:pt x="458400" y="320583"/>
                      <a:pt x="434626" y="333213"/>
                    </a:cubicBezTo>
                    <a:lnTo>
                      <a:pt x="432397" y="328756"/>
                    </a:lnTo>
                    <a:cubicBezTo>
                      <a:pt x="430911" y="330242"/>
                      <a:pt x="429054" y="331356"/>
                      <a:pt x="426825" y="332099"/>
                    </a:cubicBezTo>
                    <a:cubicBezTo>
                      <a:pt x="424596" y="332842"/>
                      <a:pt x="410109" y="341757"/>
                      <a:pt x="383362" y="358845"/>
                    </a:cubicBezTo>
                    <a:cubicBezTo>
                      <a:pt x="356616" y="375933"/>
                      <a:pt x="332099" y="393764"/>
                      <a:pt x="309810" y="412338"/>
                    </a:cubicBezTo>
                    <a:lnTo>
                      <a:pt x="318726" y="402308"/>
                    </a:lnTo>
                    <a:lnTo>
                      <a:pt x="285293" y="423482"/>
                    </a:lnTo>
                    <a:lnTo>
                      <a:pt x="284178" y="435740"/>
                    </a:lnTo>
                    <a:cubicBezTo>
                      <a:pt x="378533" y="401565"/>
                      <a:pt x="429054" y="384105"/>
                      <a:pt x="435740" y="383362"/>
                    </a:cubicBezTo>
                    <a:cubicBezTo>
                      <a:pt x="442427" y="382620"/>
                      <a:pt x="449113" y="381134"/>
                      <a:pt x="455800" y="378905"/>
                    </a:cubicBezTo>
                    <a:lnTo>
                      <a:pt x="456914" y="374447"/>
                    </a:lnTo>
                    <a:lnTo>
                      <a:pt x="465830" y="375561"/>
                    </a:lnTo>
                    <a:lnTo>
                      <a:pt x="446885" y="352159"/>
                    </a:lnTo>
                    <a:cubicBezTo>
                      <a:pt x="452828" y="357359"/>
                      <a:pt x="457657" y="361260"/>
                      <a:pt x="461372" y="363860"/>
                    </a:cubicBezTo>
                    <a:cubicBezTo>
                      <a:pt x="465087" y="366460"/>
                      <a:pt x="467501" y="367761"/>
                      <a:pt x="468616" y="367761"/>
                    </a:cubicBezTo>
                    <a:cubicBezTo>
                      <a:pt x="469730" y="367761"/>
                      <a:pt x="471402" y="367761"/>
                      <a:pt x="473631" y="367761"/>
                    </a:cubicBezTo>
                    <a:lnTo>
                      <a:pt x="453571" y="346586"/>
                    </a:lnTo>
                    <a:lnTo>
                      <a:pt x="465830" y="355502"/>
                    </a:lnTo>
                    <a:lnTo>
                      <a:pt x="461372" y="348815"/>
                    </a:lnTo>
                    <a:lnTo>
                      <a:pt x="465830" y="352159"/>
                    </a:lnTo>
                    <a:lnTo>
                      <a:pt x="465830" y="346586"/>
                    </a:lnTo>
                    <a:lnTo>
                      <a:pt x="492576" y="366646"/>
                    </a:lnTo>
                    <a:lnTo>
                      <a:pt x="510407" y="359960"/>
                    </a:lnTo>
                    <a:cubicBezTo>
                      <a:pt x="512636" y="361445"/>
                      <a:pt x="515793" y="362931"/>
                      <a:pt x="519879" y="364417"/>
                    </a:cubicBezTo>
                    <a:cubicBezTo>
                      <a:pt x="523966" y="365903"/>
                      <a:pt x="528795" y="368318"/>
                      <a:pt x="534367" y="371661"/>
                    </a:cubicBezTo>
                    <a:cubicBezTo>
                      <a:pt x="539939" y="375004"/>
                      <a:pt x="545697" y="379648"/>
                      <a:pt x="551641" y="385591"/>
                    </a:cubicBezTo>
                    <a:lnTo>
                      <a:pt x="581730" y="303124"/>
                    </a:lnTo>
                    <a:lnTo>
                      <a:pt x="573929" y="291980"/>
                    </a:lnTo>
                    <a:lnTo>
                      <a:pt x="556098" y="291980"/>
                    </a:lnTo>
                    <a:cubicBezTo>
                      <a:pt x="554612" y="291980"/>
                      <a:pt x="553126" y="291422"/>
                      <a:pt x="551641" y="290308"/>
                    </a:cubicBezTo>
                    <a:cubicBezTo>
                      <a:pt x="551269" y="290029"/>
                      <a:pt x="550526" y="289867"/>
                      <a:pt x="549412" y="289820"/>
                    </a:cubicBezTo>
                    <a:close/>
                    <a:moveTo>
                      <a:pt x="638566" y="132617"/>
                    </a:moveTo>
                    <a:cubicBezTo>
                      <a:pt x="516722" y="163078"/>
                      <a:pt x="394878" y="190938"/>
                      <a:pt x="273034" y="216199"/>
                    </a:cubicBezTo>
                    <a:cubicBezTo>
                      <a:pt x="270062" y="219913"/>
                      <a:pt x="268391" y="223071"/>
                      <a:pt x="268019" y="225671"/>
                    </a:cubicBezTo>
                    <a:cubicBezTo>
                      <a:pt x="267648" y="228272"/>
                      <a:pt x="267834" y="233472"/>
                      <a:pt x="268577" y="241273"/>
                    </a:cubicBezTo>
                    <a:cubicBezTo>
                      <a:pt x="269319" y="249074"/>
                      <a:pt x="271548" y="263747"/>
                      <a:pt x="275263" y="285293"/>
                    </a:cubicBezTo>
                    <a:cubicBezTo>
                      <a:pt x="299780" y="273406"/>
                      <a:pt x="319654" y="264490"/>
                      <a:pt x="334885" y="258547"/>
                    </a:cubicBezTo>
                    <a:cubicBezTo>
                      <a:pt x="350115" y="252603"/>
                      <a:pt x="368689" y="245731"/>
                      <a:pt x="390606" y="237930"/>
                    </a:cubicBezTo>
                    <a:cubicBezTo>
                      <a:pt x="412523" y="230129"/>
                      <a:pt x="441870" y="222328"/>
                      <a:pt x="478646" y="214527"/>
                    </a:cubicBezTo>
                    <a:cubicBezTo>
                      <a:pt x="515422" y="206726"/>
                      <a:pt x="536039" y="205054"/>
                      <a:pt x="540496" y="209512"/>
                    </a:cubicBezTo>
                    <a:cubicBezTo>
                      <a:pt x="544954" y="213970"/>
                      <a:pt x="550155" y="218428"/>
                      <a:pt x="556098" y="222885"/>
                    </a:cubicBezTo>
                    <a:cubicBezTo>
                      <a:pt x="562042" y="227343"/>
                      <a:pt x="567985" y="231986"/>
                      <a:pt x="573929" y="236816"/>
                    </a:cubicBezTo>
                    <a:cubicBezTo>
                      <a:pt x="579873" y="241645"/>
                      <a:pt x="587674" y="248517"/>
                      <a:pt x="597332" y="257432"/>
                    </a:cubicBezTo>
                    <a:close/>
                    <a:moveTo>
                      <a:pt x="693172" y="0"/>
                    </a:moveTo>
                    <a:lnTo>
                      <a:pt x="695401" y="0"/>
                    </a:lnTo>
                    <a:lnTo>
                      <a:pt x="711003" y="23403"/>
                    </a:lnTo>
                    <a:cubicBezTo>
                      <a:pt x="734778" y="45692"/>
                      <a:pt x="761152" y="64265"/>
                      <a:pt x="790127" y="79124"/>
                    </a:cubicBezTo>
                    <a:cubicBezTo>
                      <a:pt x="799786" y="91755"/>
                      <a:pt x="806844" y="100484"/>
                      <a:pt x="811302" y="105313"/>
                    </a:cubicBezTo>
                    <a:cubicBezTo>
                      <a:pt x="815759" y="110143"/>
                      <a:pt x="818174" y="116086"/>
                      <a:pt x="818545" y="123144"/>
                    </a:cubicBezTo>
                    <a:cubicBezTo>
                      <a:pt x="818917" y="130202"/>
                      <a:pt x="817617" y="135589"/>
                      <a:pt x="814645" y="139303"/>
                    </a:cubicBezTo>
                    <a:cubicBezTo>
                      <a:pt x="811673" y="143018"/>
                      <a:pt x="806844" y="150076"/>
                      <a:pt x="800157" y="160477"/>
                    </a:cubicBezTo>
                    <a:cubicBezTo>
                      <a:pt x="792728" y="161963"/>
                      <a:pt x="786970" y="162892"/>
                      <a:pt x="782884" y="163264"/>
                    </a:cubicBezTo>
                    <a:cubicBezTo>
                      <a:pt x="778797" y="163635"/>
                      <a:pt x="775268" y="165492"/>
                      <a:pt x="772297" y="168836"/>
                    </a:cubicBezTo>
                    <a:cubicBezTo>
                      <a:pt x="769325" y="172179"/>
                      <a:pt x="763753" y="176822"/>
                      <a:pt x="755580" y="182766"/>
                    </a:cubicBezTo>
                    <a:lnTo>
                      <a:pt x="732177" y="234030"/>
                    </a:lnTo>
                    <a:lnTo>
                      <a:pt x="724376" y="235144"/>
                    </a:lnTo>
                    <a:cubicBezTo>
                      <a:pt x="696887" y="299781"/>
                      <a:pt x="681657" y="336371"/>
                      <a:pt x="678685" y="344915"/>
                    </a:cubicBezTo>
                    <a:cubicBezTo>
                      <a:pt x="675713" y="353459"/>
                      <a:pt x="673113" y="364046"/>
                      <a:pt x="670884" y="376676"/>
                    </a:cubicBezTo>
                    <a:lnTo>
                      <a:pt x="674227" y="369989"/>
                    </a:lnTo>
                    <a:lnTo>
                      <a:pt x="674227" y="377790"/>
                    </a:lnTo>
                    <a:lnTo>
                      <a:pt x="682028" y="361074"/>
                    </a:lnTo>
                    <a:cubicBezTo>
                      <a:pt x="657511" y="444284"/>
                      <a:pt x="642652" y="497963"/>
                      <a:pt x="637451" y="522108"/>
                    </a:cubicBezTo>
                    <a:cubicBezTo>
                      <a:pt x="632251" y="546254"/>
                      <a:pt x="629836" y="560556"/>
                      <a:pt x="630207" y="565014"/>
                    </a:cubicBezTo>
                    <a:cubicBezTo>
                      <a:pt x="630579" y="569471"/>
                      <a:pt x="631508" y="574301"/>
                      <a:pt x="632994" y="579501"/>
                    </a:cubicBezTo>
                    <a:lnTo>
                      <a:pt x="626307" y="582845"/>
                    </a:lnTo>
                    <a:lnTo>
                      <a:pt x="612934" y="575044"/>
                    </a:lnTo>
                    <a:lnTo>
                      <a:pt x="605133" y="566128"/>
                    </a:lnTo>
                    <a:cubicBezTo>
                      <a:pt x="602904" y="573558"/>
                      <a:pt x="599189" y="579501"/>
                      <a:pt x="593989" y="583959"/>
                    </a:cubicBezTo>
                    <a:lnTo>
                      <a:pt x="585073" y="581730"/>
                    </a:lnTo>
                    <a:lnTo>
                      <a:pt x="578387" y="587302"/>
                    </a:lnTo>
                    <a:lnTo>
                      <a:pt x="580616" y="593989"/>
                    </a:lnTo>
                    <a:lnTo>
                      <a:pt x="630765" y="591760"/>
                    </a:lnTo>
                    <a:lnTo>
                      <a:pt x="635222" y="586188"/>
                    </a:lnTo>
                    <a:cubicBezTo>
                      <a:pt x="641166" y="586931"/>
                      <a:pt x="646738" y="585445"/>
                      <a:pt x="651939" y="581730"/>
                    </a:cubicBezTo>
                    <a:lnTo>
                      <a:pt x="648595" y="575044"/>
                    </a:lnTo>
                    <a:lnTo>
                      <a:pt x="660854" y="573929"/>
                    </a:lnTo>
                    <a:lnTo>
                      <a:pt x="660854" y="566128"/>
                    </a:lnTo>
                    <a:lnTo>
                      <a:pt x="666426" y="576158"/>
                    </a:lnTo>
                    <a:lnTo>
                      <a:pt x="670884" y="568357"/>
                    </a:lnTo>
                    <a:lnTo>
                      <a:pt x="673113" y="572815"/>
                    </a:lnTo>
                    <a:lnTo>
                      <a:pt x="680914" y="559442"/>
                    </a:lnTo>
                    <a:lnTo>
                      <a:pt x="689829" y="566128"/>
                    </a:lnTo>
                    <a:lnTo>
                      <a:pt x="702088" y="543840"/>
                    </a:lnTo>
                    <a:lnTo>
                      <a:pt x="707660" y="539382"/>
                    </a:lnTo>
                    <a:lnTo>
                      <a:pt x="709889" y="546069"/>
                    </a:lnTo>
                    <a:lnTo>
                      <a:pt x="722148" y="550526"/>
                    </a:lnTo>
                    <a:lnTo>
                      <a:pt x="724376" y="554984"/>
                    </a:lnTo>
                    <a:lnTo>
                      <a:pt x="726605" y="544954"/>
                    </a:lnTo>
                    <a:lnTo>
                      <a:pt x="739978" y="544954"/>
                    </a:lnTo>
                    <a:lnTo>
                      <a:pt x="750008" y="559442"/>
                    </a:lnTo>
                    <a:lnTo>
                      <a:pt x="753351" y="548297"/>
                    </a:lnTo>
                    <a:lnTo>
                      <a:pt x="761152" y="553870"/>
                    </a:lnTo>
                    <a:lnTo>
                      <a:pt x="770068" y="532695"/>
                    </a:lnTo>
                    <a:cubicBezTo>
                      <a:pt x="770811" y="536410"/>
                      <a:pt x="771739" y="538825"/>
                      <a:pt x="772854" y="539939"/>
                    </a:cubicBezTo>
                    <a:cubicBezTo>
                      <a:pt x="773968" y="541054"/>
                      <a:pt x="773968" y="542911"/>
                      <a:pt x="772854" y="545511"/>
                    </a:cubicBezTo>
                    <a:cubicBezTo>
                      <a:pt x="771739" y="548112"/>
                      <a:pt x="770811" y="552755"/>
                      <a:pt x="770068" y="559442"/>
                    </a:cubicBezTo>
                    <a:lnTo>
                      <a:pt x="773411" y="554984"/>
                    </a:lnTo>
                    <a:lnTo>
                      <a:pt x="780098" y="566128"/>
                    </a:lnTo>
                    <a:lnTo>
                      <a:pt x="780098" y="557213"/>
                    </a:lnTo>
                    <a:lnTo>
                      <a:pt x="783441" y="556098"/>
                    </a:lnTo>
                    <a:lnTo>
                      <a:pt x="786784" y="566128"/>
                    </a:lnTo>
                    <a:cubicBezTo>
                      <a:pt x="794214" y="571329"/>
                      <a:pt x="800714" y="576158"/>
                      <a:pt x="806287" y="580616"/>
                    </a:cubicBezTo>
                    <a:cubicBezTo>
                      <a:pt x="811859" y="585073"/>
                      <a:pt x="848077" y="602904"/>
                      <a:pt x="914943" y="634108"/>
                    </a:cubicBezTo>
                    <a:cubicBezTo>
                      <a:pt x="919401" y="640052"/>
                      <a:pt x="922930" y="644881"/>
                      <a:pt x="925530" y="648596"/>
                    </a:cubicBezTo>
                    <a:cubicBezTo>
                      <a:pt x="928130" y="652310"/>
                      <a:pt x="929802" y="657882"/>
                      <a:pt x="930545" y="665312"/>
                    </a:cubicBezTo>
                    <a:cubicBezTo>
                      <a:pt x="931288" y="672742"/>
                      <a:pt x="929988" y="678871"/>
                      <a:pt x="926644" y="683700"/>
                    </a:cubicBezTo>
                    <a:cubicBezTo>
                      <a:pt x="923301" y="688529"/>
                      <a:pt x="919029" y="695030"/>
                      <a:pt x="913829" y="703202"/>
                    </a:cubicBezTo>
                    <a:cubicBezTo>
                      <a:pt x="916057" y="706917"/>
                      <a:pt x="918101" y="709146"/>
                      <a:pt x="919958" y="709889"/>
                    </a:cubicBezTo>
                    <a:cubicBezTo>
                      <a:pt x="921815" y="710632"/>
                      <a:pt x="922930" y="712118"/>
                      <a:pt x="923301" y="714347"/>
                    </a:cubicBezTo>
                    <a:cubicBezTo>
                      <a:pt x="923673" y="716576"/>
                      <a:pt x="924973" y="719176"/>
                      <a:pt x="927202" y="722148"/>
                    </a:cubicBezTo>
                    <a:cubicBezTo>
                      <a:pt x="923487" y="719919"/>
                      <a:pt x="920515" y="718061"/>
                      <a:pt x="918286" y="716576"/>
                    </a:cubicBezTo>
                    <a:cubicBezTo>
                      <a:pt x="916057" y="715090"/>
                      <a:pt x="913086" y="713789"/>
                      <a:pt x="909371" y="712675"/>
                    </a:cubicBezTo>
                    <a:cubicBezTo>
                      <a:pt x="905656" y="711561"/>
                      <a:pt x="901198" y="713232"/>
                      <a:pt x="895998" y="717690"/>
                    </a:cubicBezTo>
                    <a:cubicBezTo>
                      <a:pt x="890797" y="722148"/>
                      <a:pt x="883925" y="725119"/>
                      <a:pt x="875381" y="726605"/>
                    </a:cubicBezTo>
                    <a:cubicBezTo>
                      <a:pt x="866837" y="728091"/>
                      <a:pt x="854764" y="727720"/>
                      <a:pt x="839162" y="725491"/>
                    </a:cubicBezTo>
                    <a:cubicBezTo>
                      <a:pt x="823560" y="723262"/>
                      <a:pt x="804058" y="713418"/>
                      <a:pt x="780655" y="695959"/>
                    </a:cubicBezTo>
                    <a:cubicBezTo>
                      <a:pt x="757252" y="678499"/>
                      <a:pt x="735335" y="667169"/>
                      <a:pt x="714904" y="661969"/>
                    </a:cubicBezTo>
                    <a:cubicBezTo>
                      <a:pt x="694473" y="656768"/>
                      <a:pt x="669770" y="654539"/>
                      <a:pt x="640795" y="655282"/>
                    </a:cubicBezTo>
                    <a:cubicBezTo>
                      <a:pt x="611819" y="656025"/>
                      <a:pt x="567428" y="660297"/>
                      <a:pt x="507621" y="668098"/>
                    </a:cubicBezTo>
                    <a:cubicBezTo>
                      <a:pt x="447813" y="675899"/>
                      <a:pt x="373518" y="689458"/>
                      <a:pt x="284736" y="708775"/>
                    </a:cubicBezTo>
                    <a:cubicBezTo>
                      <a:pt x="195953" y="728091"/>
                      <a:pt x="140046" y="738864"/>
                      <a:pt x="117015" y="741093"/>
                    </a:cubicBezTo>
                    <a:cubicBezTo>
                      <a:pt x="93983" y="743322"/>
                      <a:pt x="78567" y="745551"/>
                      <a:pt x="70766" y="747780"/>
                    </a:cubicBezTo>
                    <a:cubicBezTo>
                      <a:pt x="62965" y="750008"/>
                      <a:pt x="55721" y="752609"/>
                      <a:pt x="49035" y="755580"/>
                    </a:cubicBezTo>
                    <a:lnTo>
                      <a:pt x="41234" y="768954"/>
                    </a:lnTo>
                    <a:lnTo>
                      <a:pt x="26746" y="772297"/>
                    </a:lnTo>
                    <a:lnTo>
                      <a:pt x="8916" y="762267"/>
                    </a:lnTo>
                    <a:cubicBezTo>
                      <a:pt x="8916" y="757066"/>
                      <a:pt x="9101" y="753537"/>
                      <a:pt x="9473" y="751680"/>
                    </a:cubicBezTo>
                    <a:cubicBezTo>
                      <a:pt x="9844" y="749823"/>
                      <a:pt x="9287" y="748337"/>
                      <a:pt x="7801" y="747222"/>
                    </a:cubicBezTo>
                    <a:cubicBezTo>
                      <a:pt x="6315" y="746108"/>
                      <a:pt x="3715" y="743693"/>
                      <a:pt x="0" y="739979"/>
                    </a:cubicBezTo>
                    <a:cubicBezTo>
                      <a:pt x="0" y="731806"/>
                      <a:pt x="2972" y="724377"/>
                      <a:pt x="8916" y="717690"/>
                    </a:cubicBezTo>
                    <a:cubicBezTo>
                      <a:pt x="14116" y="716204"/>
                      <a:pt x="18017" y="714532"/>
                      <a:pt x="20617" y="712675"/>
                    </a:cubicBezTo>
                    <a:cubicBezTo>
                      <a:pt x="23217" y="710818"/>
                      <a:pt x="29532" y="712304"/>
                      <a:pt x="39562" y="717133"/>
                    </a:cubicBezTo>
                    <a:cubicBezTo>
                      <a:pt x="49592" y="721962"/>
                      <a:pt x="87111" y="713047"/>
                      <a:pt x="152119" y="690387"/>
                    </a:cubicBezTo>
                    <a:cubicBezTo>
                      <a:pt x="217127" y="667727"/>
                      <a:pt x="279907" y="649153"/>
                      <a:pt x="340457" y="634665"/>
                    </a:cubicBezTo>
                    <a:cubicBezTo>
                      <a:pt x="401007" y="620178"/>
                      <a:pt x="443356" y="612005"/>
                      <a:pt x="467501" y="610148"/>
                    </a:cubicBezTo>
                    <a:cubicBezTo>
                      <a:pt x="491647" y="608291"/>
                      <a:pt x="517836" y="604762"/>
                      <a:pt x="546068" y="599561"/>
                    </a:cubicBezTo>
                    <a:lnTo>
                      <a:pt x="524894" y="581730"/>
                    </a:lnTo>
                    <a:lnTo>
                      <a:pt x="509292" y="549412"/>
                    </a:lnTo>
                    <a:lnTo>
                      <a:pt x="515979" y="549412"/>
                    </a:lnTo>
                    <a:lnTo>
                      <a:pt x="503720" y="531581"/>
                    </a:lnTo>
                    <a:lnTo>
                      <a:pt x="510407" y="527123"/>
                    </a:lnTo>
                    <a:cubicBezTo>
                      <a:pt x="509664" y="516722"/>
                      <a:pt x="509292" y="509107"/>
                      <a:pt x="509292" y="504278"/>
                    </a:cubicBezTo>
                    <a:cubicBezTo>
                      <a:pt x="509292" y="499448"/>
                      <a:pt x="506878" y="493691"/>
                      <a:pt x="502049" y="487004"/>
                    </a:cubicBezTo>
                    <a:cubicBezTo>
                      <a:pt x="497219" y="480317"/>
                      <a:pt x="489976" y="467687"/>
                      <a:pt x="480317" y="449114"/>
                    </a:cubicBezTo>
                    <a:lnTo>
                      <a:pt x="472516" y="445770"/>
                    </a:lnTo>
                    <a:cubicBezTo>
                      <a:pt x="449485" y="453943"/>
                      <a:pt x="430540" y="460072"/>
                      <a:pt x="415681" y="464158"/>
                    </a:cubicBezTo>
                    <a:cubicBezTo>
                      <a:pt x="400822" y="468244"/>
                      <a:pt x="381691" y="476974"/>
                      <a:pt x="358288" y="490347"/>
                    </a:cubicBezTo>
                    <a:cubicBezTo>
                      <a:pt x="334885" y="503720"/>
                      <a:pt x="320955" y="512079"/>
                      <a:pt x="316497" y="515422"/>
                    </a:cubicBezTo>
                    <a:cubicBezTo>
                      <a:pt x="312039" y="518765"/>
                      <a:pt x="306467" y="523037"/>
                      <a:pt x="299780" y="528238"/>
                    </a:cubicBezTo>
                    <a:lnTo>
                      <a:pt x="295323" y="526009"/>
                    </a:lnTo>
                    <a:lnTo>
                      <a:pt x="275263" y="568357"/>
                    </a:lnTo>
                    <a:cubicBezTo>
                      <a:pt x="265605" y="572072"/>
                      <a:pt x="258547" y="575044"/>
                      <a:pt x="254089" y="577272"/>
                    </a:cubicBezTo>
                    <a:cubicBezTo>
                      <a:pt x="249631" y="579501"/>
                      <a:pt x="244616" y="579873"/>
                      <a:pt x="239044" y="578387"/>
                    </a:cubicBezTo>
                    <a:cubicBezTo>
                      <a:pt x="233472" y="576901"/>
                      <a:pt x="227714" y="573372"/>
                      <a:pt x="221771" y="567800"/>
                    </a:cubicBezTo>
                    <a:cubicBezTo>
                      <a:pt x="215827" y="562228"/>
                      <a:pt x="205054" y="554612"/>
                      <a:pt x="189452" y="544954"/>
                    </a:cubicBezTo>
                    <a:cubicBezTo>
                      <a:pt x="187224" y="536039"/>
                      <a:pt x="185552" y="529352"/>
                      <a:pt x="184437" y="524894"/>
                    </a:cubicBezTo>
                    <a:cubicBezTo>
                      <a:pt x="183323" y="520437"/>
                      <a:pt x="179794" y="515422"/>
                      <a:pt x="173850" y="509850"/>
                    </a:cubicBezTo>
                    <a:cubicBezTo>
                      <a:pt x="167907" y="504278"/>
                      <a:pt x="164378" y="498148"/>
                      <a:pt x="163263" y="491462"/>
                    </a:cubicBezTo>
                    <a:cubicBezTo>
                      <a:pt x="162149" y="484775"/>
                      <a:pt x="158063" y="478832"/>
                      <a:pt x="151005" y="473631"/>
                    </a:cubicBezTo>
                    <a:cubicBezTo>
                      <a:pt x="143947" y="468430"/>
                      <a:pt x="140603" y="462487"/>
                      <a:pt x="140975" y="455800"/>
                    </a:cubicBezTo>
                    <a:cubicBezTo>
                      <a:pt x="141346" y="449114"/>
                      <a:pt x="141904" y="444284"/>
                      <a:pt x="142647" y="441313"/>
                    </a:cubicBezTo>
                    <a:cubicBezTo>
                      <a:pt x="143389" y="438341"/>
                      <a:pt x="144875" y="434255"/>
                      <a:pt x="147104" y="429054"/>
                    </a:cubicBezTo>
                    <a:lnTo>
                      <a:pt x="158249" y="420138"/>
                    </a:lnTo>
                    <a:cubicBezTo>
                      <a:pt x="158249" y="414938"/>
                      <a:pt x="158249" y="411037"/>
                      <a:pt x="158249" y="408437"/>
                    </a:cubicBezTo>
                    <a:cubicBezTo>
                      <a:pt x="158249" y="405837"/>
                      <a:pt x="160292" y="400265"/>
                      <a:pt x="164378" y="391721"/>
                    </a:cubicBezTo>
                    <a:cubicBezTo>
                      <a:pt x="168464" y="383177"/>
                      <a:pt x="170136" y="365903"/>
                      <a:pt x="169393" y="339900"/>
                    </a:cubicBezTo>
                    <a:cubicBezTo>
                      <a:pt x="168650" y="313897"/>
                      <a:pt x="169207" y="285107"/>
                      <a:pt x="171064" y="253532"/>
                    </a:cubicBezTo>
                    <a:cubicBezTo>
                      <a:pt x="172922" y="221957"/>
                      <a:pt x="166978" y="200225"/>
                      <a:pt x="153234" y="188338"/>
                    </a:cubicBezTo>
                    <a:cubicBezTo>
                      <a:pt x="139489" y="176451"/>
                      <a:pt x="128345" y="162335"/>
                      <a:pt x="119801" y="145990"/>
                    </a:cubicBezTo>
                    <a:cubicBezTo>
                      <a:pt x="111257" y="129645"/>
                      <a:pt x="105871" y="116272"/>
                      <a:pt x="103642" y="105871"/>
                    </a:cubicBezTo>
                    <a:lnTo>
                      <a:pt x="109214" y="98070"/>
                    </a:lnTo>
                    <a:cubicBezTo>
                      <a:pt x="118129" y="101784"/>
                      <a:pt x="134846" y="109028"/>
                      <a:pt x="159363" y="119801"/>
                    </a:cubicBezTo>
                    <a:cubicBezTo>
                      <a:pt x="183880" y="130574"/>
                      <a:pt x="206169" y="141904"/>
                      <a:pt x="226228" y="153791"/>
                    </a:cubicBezTo>
                    <a:cubicBezTo>
                      <a:pt x="317611" y="111443"/>
                      <a:pt x="385963" y="85997"/>
                      <a:pt x="431283" y="77453"/>
                    </a:cubicBezTo>
                    <a:cubicBezTo>
                      <a:pt x="476603" y="68909"/>
                      <a:pt x="543840" y="58693"/>
                      <a:pt x="632994" y="46806"/>
                    </a:cubicBezTo>
                    <a:cubicBezTo>
                      <a:pt x="633737" y="35662"/>
                      <a:pt x="637823" y="25632"/>
                      <a:pt x="645252" y="16717"/>
                    </a:cubicBezTo>
                    <a:cubicBezTo>
                      <a:pt x="650453" y="12259"/>
                      <a:pt x="654353" y="9473"/>
                      <a:pt x="656954" y="8358"/>
                    </a:cubicBezTo>
                    <a:cubicBezTo>
                      <a:pt x="659554" y="7244"/>
                      <a:pt x="663269" y="6315"/>
                      <a:pt x="668098" y="5572"/>
                    </a:cubicBezTo>
                    <a:cubicBezTo>
                      <a:pt x="672927" y="4829"/>
                      <a:pt x="681285" y="2972"/>
                      <a:pt x="69317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4D7BA"/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8800">
                  <a:solidFill>
                    <a:schemeClr val="bg1"/>
                  </a:solidFill>
                  <a:latin typeface="汉仪尚巍手书W" panose="00020600040101010101" pitchFamily="18" charset="-122"/>
                  <a:ea typeface="汉仪尚巍手书W" panose="00020600040101010101" pitchFamily="18" charset="-122"/>
                </a:endParaRPr>
              </a:p>
            </p:txBody>
          </p:sp>
        </p:grpSp>
        <p:pic>
          <p:nvPicPr>
            <p:cNvPr id="40" name="图片 39" descr="图标&#10;&#10;描述已自动生成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4093" y="1179283"/>
              <a:ext cx="438876" cy="444971"/>
            </a:xfrm>
            <a:prstGeom prst="rect">
              <a:avLst/>
            </a:prstGeom>
          </p:spPr>
        </p:pic>
      </p:grpSp>
      <p:pic>
        <p:nvPicPr>
          <p:cNvPr id="42" name="图片 41" descr="图标&#10;&#10;描述已自动生成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48" y="4545551"/>
            <a:ext cx="743650" cy="743650"/>
          </a:xfrm>
          <a:prstGeom prst="rect">
            <a:avLst/>
          </a:prstGeom>
        </p:spPr>
      </p:pic>
      <p:pic>
        <p:nvPicPr>
          <p:cNvPr id="44" name="图片 43" descr="徽标, 图标&#10;&#10;描述已自动生成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140" y="0"/>
            <a:ext cx="2407721" cy="579072"/>
          </a:xfrm>
          <a:prstGeom prst="rect">
            <a:avLst/>
          </a:prstGeom>
        </p:spPr>
      </p:pic>
      <p:pic>
        <p:nvPicPr>
          <p:cNvPr id="48" name="图片 47" descr="背景图案&#10;&#10;低可信度描述已自动生成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526" y="0"/>
            <a:ext cx="2431474" cy="1778651"/>
          </a:xfrm>
          <a:prstGeom prst="rect">
            <a:avLst/>
          </a:prstGeom>
        </p:spPr>
      </p:pic>
      <p:sp>
        <p:nvSpPr>
          <p:cNvPr id="51" name="TextBox 17"/>
          <p:cNvSpPr txBox="1"/>
          <p:nvPr/>
        </p:nvSpPr>
        <p:spPr>
          <a:xfrm>
            <a:off x="3119212" y="4222581"/>
            <a:ext cx="5953579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400">
                <a:solidFill>
                  <a:schemeClr val="bg1"/>
                </a:solidFill>
                <a:ea typeface="Roboto Light" charset="0"/>
                <a:cs typeface="Roboto Light" charset="0"/>
              </a:rPr>
              <a:t>Class New Year's Eve Party</a:t>
            </a:r>
          </a:p>
        </p:txBody>
      </p:sp>
      <p:sp>
        <p:nvSpPr>
          <p:cNvPr id="52" name="矩形: 圆角 10"/>
          <p:cNvSpPr/>
          <p:nvPr/>
        </p:nvSpPr>
        <p:spPr>
          <a:xfrm>
            <a:off x="4209834" y="5104996"/>
            <a:ext cx="1709791" cy="39600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>
                <a:alpha val="70000"/>
              </a:schemeClr>
            </a:solidFill>
            <a:round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+mj-lt"/>
              </a:rPr>
              <a:t>班级：六（</a:t>
            </a:r>
            <a:r>
              <a:rPr lang="en-US" altLang="zh-CN" sz="1200">
                <a:solidFill>
                  <a:schemeClr val="bg1"/>
                </a:solidFill>
                <a:latin typeface="+mj-lt"/>
              </a:rPr>
              <a:t>4</a:t>
            </a:r>
            <a:r>
              <a:rPr lang="zh-CN" altLang="en-US" sz="1200">
                <a:solidFill>
                  <a:schemeClr val="bg1"/>
                </a:solidFill>
                <a:latin typeface="+mj-lt"/>
              </a:rPr>
              <a:t>）班</a:t>
            </a:r>
          </a:p>
        </p:txBody>
      </p:sp>
      <p:sp>
        <p:nvSpPr>
          <p:cNvPr id="53" name="矩形: 圆角 11"/>
          <p:cNvSpPr/>
          <p:nvPr/>
        </p:nvSpPr>
        <p:spPr>
          <a:xfrm>
            <a:off x="6234509" y="5104996"/>
            <a:ext cx="1904227" cy="39600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>
                <a:alpha val="70000"/>
              </a:schemeClr>
            </a:solidFill>
            <a:round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+mj-lt"/>
              </a:rPr>
              <a:t>主持：</a:t>
            </a:r>
            <a:r>
              <a:rPr lang="zh-CN" altLang="en-US" sz="1200">
                <a:solidFill>
                  <a:schemeClr val="bg1"/>
                </a:solidFill>
                <a:latin typeface="+mj-lt"/>
                <a:sym typeface="+mn-ea"/>
              </a:rPr>
              <a:t>安南</a:t>
            </a:r>
            <a:r>
              <a:rPr lang="zh-CN" altLang="en-US" sz="1200">
                <a:solidFill>
                  <a:schemeClr val="bg1"/>
                </a:solidFill>
                <a:latin typeface="+mj-lt"/>
              </a:rPr>
              <a:t>、</a:t>
            </a:r>
            <a:r>
              <a:rPr lang="zh-CN" altLang="en-US" sz="1200">
                <a:solidFill>
                  <a:schemeClr val="bg1"/>
                </a:solidFill>
                <a:latin typeface="+mj-lt"/>
                <a:sym typeface="+mn-ea"/>
              </a:rPr>
              <a:t>徐壬泽</a:t>
            </a:r>
          </a:p>
        </p:txBody>
      </p:sp>
      <p:pic>
        <p:nvPicPr>
          <p:cNvPr id="59" name="图片 58" descr="图片包含 图标&#10;&#10;描述已自动生成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802" y="4984087"/>
            <a:ext cx="1045448" cy="104544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489325" y="7040880"/>
            <a:ext cx="52127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/>
              <a:t>©</a:t>
            </a:r>
            <a:r>
              <a:rPr lang="en-US"/>
              <a:t>2025-2026 </a:t>
            </a:r>
            <a:r>
              <a:rPr lang="zh-CN" altLang="en-US"/>
              <a:t>周末版权所有</a:t>
            </a:r>
          </a:p>
          <a:p>
            <a:pPr algn="ctr"/>
            <a:r>
              <a:rPr lang="en-US" altLang="zh-CN" i="1">
                <a:solidFill>
                  <a:srgbClr val="2C98E9"/>
                </a:solidFill>
              </a:rPr>
              <a:t>//</a:t>
            </a:r>
            <a:r>
              <a:rPr lang="zh-CN" altLang="en-US" i="1">
                <a:solidFill>
                  <a:srgbClr val="2C98E9"/>
                </a:solidFill>
              </a:rPr>
              <a:t>祖国的未来</a:t>
            </a:r>
            <a:r>
              <a:rPr lang="en-US" altLang="zh-CN" i="1">
                <a:solidFill>
                  <a:srgbClr val="2C98E9"/>
                </a:solidFill>
              </a:rPr>
              <a:t>·</a:t>
            </a:r>
            <a:r>
              <a:rPr lang="zh-CN" altLang="en-US" i="1">
                <a:solidFill>
                  <a:srgbClr val="2C98E9"/>
                </a:solidFill>
              </a:rPr>
              <a:t>音乐</a:t>
            </a:r>
            <a:r>
              <a:rPr lang="en-US" altLang="en-US" i="1">
                <a:solidFill>
                  <a:srgbClr val="2C98E9"/>
                </a:solidFill>
              </a:rPr>
              <a:t>™</a:t>
            </a:r>
          </a:p>
          <a:p>
            <a:pPr algn="ctr"/>
            <a:r>
              <a:rPr lang="en-US" altLang="zh-CN">
                <a:solidFill>
                  <a:srgbClr val="53C93D"/>
                </a:solidFill>
              </a:rPr>
              <a:t>version:1.0[Release]</a:t>
            </a:r>
            <a:endParaRPr lang="zh-CN" altLang="en-US">
              <a:solidFill>
                <a:srgbClr val="53C93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nodeType="withEffect"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nodeType="withEffect"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1" grpId="0"/>
      <p:bldP spid="52" grpId="1" animBg="1"/>
      <p:bldP spid="53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6.09.30"/>
  <p:tag name="AS_TITLE" val="Aspose.Slides for .NET 2.0"/>
  <p:tag name="AS_VERSION" val="16.9.0.0"/>
  <p:tag name="ISPRING_PRESENTATION_TITLE" val="2061廉政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PASSING_SCORE" val="2.702703"/>
  <p:tag name="ISPRING_SCORM_RATE_QUIZZES" val="0"/>
  <p:tag name="ISPRING_SCORM_RATE_SLIDES" val="1"/>
  <p:tag name="ISPRING_ULTRA_SCORM_COURSE_ID" val="5DAF2E25-EA18-41A1-8480-6F9B328187E2"/>
  <p:tag name="ISPRING_ULTRA_SCORM_SLIDE_COUNT" val="1"/>
  <p:tag name="ISPRINGCLOUDFOLDERID" val="0"/>
  <p:tag name="ISPRINGCLOUDFOLDERPATH" val="Repository"/>
  <p:tag name="ISPRINGONLINEFOLDERID" val="0"/>
  <p:tag name="ISPRINGONLINEFOLDERPATH" val="Content List"/>
  <p:tag name="KSO_WPP_MARK_KEY" val="ba5546e2-580c-4342-b0e2-cf40b6d2862e"/>
  <p:tag name="COMMONDATA" val="eyJoZGlkIjoiMGViMWRiMmMyYjQxOWVjNDI3OGI1ODQ4ZmViYjE5YTUifQ=="/>
</p:tagLst>
</file>

<file path=ppt/theme/theme1.xml><?xml version="1.0" encoding="utf-8"?>
<a:theme xmlns:a="http://schemas.openxmlformats.org/drawingml/2006/main" name="第1母版">
  <a:themeElements>
    <a:clrScheme name="自定义 100">
      <a:dk1>
        <a:srgbClr val="000000"/>
      </a:dk1>
      <a:lt1>
        <a:srgbClr val="FFFFFF"/>
      </a:lt1>
      <a:dk2>
        <a:srgbClr val="2D3847"/>
      </a:dk2>
      <a:lt2>
        <a:srgbClr val="FFFFFF"/>
      </a:lt2>
      <a:accent1>
        <a:srgbClr val="D22C23"/>
      </a:accent1>
      <a:accent2>
        <a:srgbClr val="EF544C"/>
      </a:accent2>
      <a:accent3>
        <a:srgbClr val="D22C23"/>
      </a:accent3>
      <a:accent4>
        <a:srgbClr val="EF544C"/>
      </a:accent4>
      <a:accent5>
        <a:srgbClr val="E95B52"/>
      </a:accent5>
      <a:accent6>
        <a:srgbClr val="FF7B41"/>
      </a:accent6>
      <a:hlink>
        <a:srgbClr val="FEFFFE"/>
      </a:hlink>
      <a:folHlink>
        <a:srgbClr val="CFCCD0"/>
      </a:folHlink>
    </a:clrScheme>
    <a:fontScheme name="自定义 1">
      <a:majorFont>
        <a:latin typeface="思源黑体 CN Medium"/>
        <a:ea typeface="思源黑体 CN Bold"/>
        <a:cs typeface="Arial"/>
      </a:majorFont>
      <a:minorFont>
        <a:latin typeface="思源黑体 CN Medium"/>
        <a:ea typeface="思源黑体 CN Medium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54</Words>
  <Application>Microsoft Office PowerPoint</Application>
  <PresentationFormat>宽屏</PresentationFormat>
  <Paragraphs>10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汉仪尚巍手书W</vt:lpstr>
      <vt:lpstr>思源黑体 CN Medium</vt:lpstr>
      <vt:lpstr>思源宋体 CN Heavy</vt:lpstr>
      <vt:lpstr>Arial</vt:lpstr>
      <vt:lpstr>Calibri</vt:lpstr>
      <vt:lpstr>Roboto Light</vt:lpstr>
      <vt:lpstr>第1母版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末 周</cp:lastModifiedBy>
  <cp:revision>17</cp:revision>
  <dcterms:created xsi:type="dcterms:W3CDTF">2016-07-17T01:36:00Z</dcterms:created>
  <dcterms:modified xsi:type="dcterms:W3CDTF">2025-12-28T01:22:26Z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8739FDA28CDD4EBC926DB1B5112AC519_13</vt:lpwstr>
  </property>
  <property fmtid="{D5CDD505-2E9C-101B-9397-08002B2CF9AE}" pid="3" name="KSOProductBuildVer">
    <vt:lpwstr>2052-12.1.0.24031</vt:lpwstr>
  </property>
  <property fmtid="{D5CDD505-2E9C-101B-9397-08002B2CF9AE}" pid="4" name="KSOTemplateUUID">
    <vt:lpwstr>v1.0_mb_wBbbSVAsIY5MKJodOYYpYg==</vt:lpwstr>
  </property>
</Properties>
</file>